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336" r:id="rId2"/>
    <p:sldId id="256" r:id="rId3"/>
    <p:sldId id="2338" r:id="rId4"/>
    <p:sldId id="2339" r:id="rId5"/>
    <p:sldId id="2337" r:id="rId6"/>
    <p:sldId id="2340" r:id="rId7"/>
    <p:sldId id="2341" r:id="rId8"/>
    <p:sldId id="2342" r:id="rId9"/>
    <p:sldId id="2343" r:id="rId10"/>
    <p:sldId id="2344" r:id="rId11"/>
    <p:sldId id="2345" r:id="rId12"/>
    <p:sldId id="2346" r:id="rId13"/>
    <p:sldId id="2350" r:id="rId14"/>
    <p:sldId id="2347" r:id="rId15"/>
    <p:sldId id="2348" r:id="rId16"/>
    <p:sldId id="2349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7756"/>
    <a:srgbClr val="FDF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03" autoAdjust="0"/>
    <p:restoredTop sz="94660"/>
  </p:normalViewPr>
  <p:slideViewPr>
    <p:cSldViewPr snapToGrid="0">
      <p:cViewPr>
        <p:scale>
          <a:sx n="66" d="100"/>
          <a:sy n="66" d="100"/>
        </p:scale>
        <p:origin x="628" y="20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인 이" userId="a6bf09c0c2b50d42" providerId="LiveId" clId="{A4B2E614-8A74-4A44-B4A5-5E77D32D0959}"/>
    <pc:docChg chg="undo redo custSel modSld">
      <pc:chgData name="수인 이" userId="a6bf09c0c2b50d42" providerId="LiveId" clId="{A4B2E614-8A74-4A44-B4A5-5E77D32D0959}" dt="2026-10-06T06:47:42.517" v="134" actId="20577"/>
      <pc:docMkLst>
        <pc:docMk/>
      </pc:docMkLst>
      <pc:sldChg chg="modSp mod">
        <pc:chgData name="수인 이" userId="a6bf09c0c2b50d42" providerId="LiveId" clId="{A4B2E614-8A74-4A44-B4A5-5E77D32D0959}" dt="2026-10-06T06:47:42.517" v="134" actId="20577"/>
        <pc:sldMkLst>
          <pc:docMk/>
          <pc:sldMk cId="1663200425" sldId="2338"/>
        </pc:sldMkLst>
        <pc:spChg chg="mod">
          <ac:chgData name="수인 이" userId="a6bf09c0c2b50d42" providerId="LiveId" clId="{A4B2E614-8A74-4A44-B4A5-5E77D32D0959}" dt="2026-10-06T06:47:42.517" v="134" actId="20577"/>
          <ac:spMkLst>
            <pc:docMk/>
            <pc:sldMk cId="1663200425" sldId="2338"/>
            <ac:spMk id="12" creationId="{569B93D7-D766-9BCD-1F96-1C44FE81B2A6}"/>
          </ac:spMkLst>
        </pc:spChg>
      </pc:sldChg>
      <pc:sldChg chg="addSp modSp mod">
        <pc:chgData name="수인 이" userId="a6bf09c0c2b50d42" providerId="LiveId" clId="{A4B2E614-8A74-4A44-B4A5-5E77D32D0959}" dt="2026-10-06T06:45:44.420" v="103" actId="20577"/>
        <pc:sldMkLst>
          <pc:docMk/>
          <pc:sldMk cId="2035728619" sldId="2343"/>
        </pc:sldMkLst>
        <pc:spChg chg="add mod">
          <ac:chgData name="수인 이" userId="a6bf09c0c2b50d42" providerId="LiveId" clId="{A4B2E614-8A74-4A44-B4A5-5E77D32D0959}" dt="2026-10-06T06:45:44.420" v="103" actId="20577"/>
          <ac:spMkLst>
            <pc:docMk/>
            <pc:sldMk cId="2035728619" sldId="2343"/>
            <ac:spMk id="2" creationId="{60052173-474A-4CC5-ADE1-C954F1E32944}"/>
          </ac:spMkLst>
        </pc:spChg>
      </pc:sldChg>
      <pc:sldChg chg="addSp modSp mod">
        <pc:chgData name="수인 이" userId="a6bf09c0c2b50d42" providerId="LiveId" clId="{A4B2E614-8A74-4A44-B4A5-5E77D32D0959}" dt="2026-10-06T06:42:35.368" v="17" actId="1076"/>
        <pc:sldMkLst>
          <pc:docMk/>
          <pc:sldMk cId="2045332907" sldId="2344"/>
        </pc:sldMkLst>
        <pc:spChg chg="mod">
          <ac:chgData name="수인 이" userId="a6bf09c0c2b50d42" providerId="LiveId" clId="{A4B2E614-8A74-4A44-B4A5-5E77D32D0959}" dt="2026-10-06T06:42:32.516" v="16" actId="1076"/>
          <ac:spMkLst>
            <pc:docMk/>
            <pc:sldMk cId="2045332907" sldId="2344"/>
            <ac:spMk id="2" creationId="{852C4F49-D8D0-EB7D-8AC8-5858A61E48EF}"/>
          </ac:spMkLst>
        </pc:spChg>
        <pc:spChg chg="add mod">
          <ac:chgData name="수인 이" userId="a6bf09c0c2b50d42" providerId="LiveId" clId="{A4B2E614-8A74-4A44-B4A5-5E77D32D0959}" dt="2026-10-06T06:42:23.918" v="14" actId="14100"/>
          <ac:spMkLst>
            <pc:docMk/>
            <pc:sldMk cId="2045332907" sldId="2344"/>
            <ac:spMk id="4" creationId="{4BB74724-C46D-9EC1-57D8-D7E31930605C}"/>
          </ac:spMkLst>
        </pc:spChg>
        <pc:spChg chg="mod">
          <ac:chgData name="수인 이" userId="a6bf09c0c2b50d42" providerId="LiveId" clId="{A4B2E614-8A74-4A44-B4A5-5E77D32D0959}" dt="2026-10-06T06:42:35.368" v="17" actId="1076"/>
          <ac:spMkLst>
            <pc:docMk/>
            <pc:sldMk cId="2045332907" sldId="2344"/>
            <ac:spMk id="6" creationId="{E18E178F-255D-A302-8343-A46E19AD831D}"/>
          </ac:spMkLst>
        </pc:spChg>
      </pc:sldChg>
      <pc:sldChg chg="addSp modSp mod">
        <pc:chgData name="수인 이" userId="a6bf09c0c2b50d42" providerId="LiveId" clId="{A4B2E614-8A74-4A44-B4A5-5E77D32D0959}" dt="2026-10-06T06:46:09.174" v="107" actId="20577"/>
        <pc:sldMkLst>
          <pc:docMk/>
          <pc:sldMk cId="1201027896" sldId="2345"/>
        </pc:sldMkLst>
        <pc:spChg chg="mod">
          <ac:chgData name="수인 이" userId="a6bf09c0c2b50d42" providerId="LiveId" clId="{A4B2E614-8A74-4A44-B4A5-5E77D32D0959}" dt="2026-10-06T06:44:12.498" v="87" actId="207"/>
          <ac:spMkLst>
            <pc:docMk/>
            <pc:sldMk cId="1201027896" sldId="2345"/>
            <ac:spMk id="2" creationId="{675EA8C2-AE41-A052-1BC0-5272D524F362}"/>
          </ac:spMkLst>
        </pc:spChg>
        <pc:spChg chg="add mod">
          <ac:chgData name="수인 이" userId="a6bf09c0c2b50d42" providerId="LiveId" clId="{A4B2E614-8A74-4A44-B4A5-5E77D32D0959}" dt="2026-10-06T06:46:09.174" v="107" actId="20577"/>
          <ac:spMkLst>
            <pc:docMk/>
            <pc:sldMk cId="1201027896" sldId="2345"/>
            <ac:spMk id="3" creationId="{6A48D8D7-8122-D2E4-9F9A-8BD946713EB3}"/>
          </ac:spMkLst>
        </pc:spChg>
        <pc:spChg chg="mod">
          <ac:chgData name="수인 이" userId="a6bf09c0c2b50d42" providerId="LiveId" clId="{A4B2E614-8A74-4A44-B4A5-5E77D32D0959}" dt="2026-10-06T06:43:17.513" v="60" actId="20577"/>
          <ac:spMkLst>
            <pc:docMk/>
            <pc:sldMk cId="1201027896" sldId="2345"/>
            <ac:spMk id="5" creationId="{106B127B-F154-6187-340E-DC7E5CBCC5BD}"/>
          </ac:spMkLst>
        </pc:spChg>
        <pc:spChg chg="mod">
          <ac:chgData name="수인 이" userId="a6bf09c0c2b50d42" providerId="LiveId" clId="{A4B2E614-8A74-4A44-B4A5-5E77D32D0959}" dt="2026-10-06T06:42:57.330" v="28" actId="1076"/>
          <ac:spMkLst>
            <pc:docMk/>
            <pc:sldMk cId="1201027896" sldId="2345"/>
            <ac:spMk id="7" creationId="{8DC189C1-DB2F-CDC5-DC8B-F7B7F617C71B}"/>
          </ac:spMkLst>
        </pc:spChg>
        <pc:spChg chg="mod">
          <ac:chgData name="수인 이" userId="a6bf09c0c2b50d42" providerId="LiveId" clId="{A4B2E614-8A74-4A44-B4A5-5E77D32D0959}" dt="2026-10-06T06:43:32.793" v="76" actId="20577"/>
          <ac:spMkLst>
            <pc:docMk/>
            <pc:sldMk cId="1201027896" sldId="2345"/>
            <ac:spMk id="10" creationId="{AFBB7D62-1EED-86F6-F4E2-5CAEA816CC57}"/>
          </ac:spMkLst>
        </pc:spChg>
      </pc:sldChg>
      <pc:sldChg chg="addSp modSp mod">
        <pc:chgData name="수인 이" userId="a6bf09c0c2b50d42" providerId="LiveId" clId="{A4B2E614-8A74-4A44-B4A5-5E77D32D0959}" dt="2026-10-06T06:46:34.065" v="113" actId="20577"/>
        <pc:sldMkLst>
          <pc:docMk/>
          <pc:sldMk cId="471435703" sldId="2346"/>
        </pc:sldMkLst>
        <pc:spChg chg="add mod">
          <ac:chgData name="수인 이" userId="a6bf09c0c2b50d42" providerId="LiveId" clId="{A4B2E614-8A74-4A44-B4A5-5E77D32D0959}" dt="2026-10-06T06:43:58.979" v="83" actId="2085"/>
          <ac:spMkLst>
            <pc:docMk/>
            <pc:sldMk cId="471435703" sldId="2346"/>
            <ac:spMk id="2" creationId="{210D240B-DEA6-5C58-7311-B1EE690237BC}"/>
          </ac:spMkLst>
        </pc:spChg>
        <pc:spChg chg="add mod">
          <ac:chgData name="수인 이" userId="a6bf09c0c2b50d42" providerId="LiveId" clId="{A4B2E614-8A74-4A44-B4A5-5E77D32D0959}" dt="2026-10-06T06:46:34.065" v="113" actId="20577"/>
          <ac:spMkLst>
            <pc:docMk/>
            <pc:sldMk cId="471435703" sldId="2346"/>
            <ac:spMk id="5" creationId="{8177B527-D38A-2273-753F-55D4860BE1A9}"/>
          </ac:spMkLst>
        </pc:spChg>
        <pc:picChg chg="mod">
          <ac:chgData name="수인 이" userId="a6bf09c0c2b50d42" providerId="LiveId" clId="{A4B2E614-8A74-4A44-B4A5-5E77D32D0959}" dt="2026-10-06T06:46:13.220" v="108" actId="1076"/>
          <ac:picMkLst>
            <pc:docMk/>
            <pc:sldMk cId="471435703" sldId="2346"/>
            <ac:picMk id="3" creationId="{19DA4200-BE65-BA59-8940-BCD5540DB439}"/>
          </ac:picMkLst>
        </pc:picChg>
        <pc:picChg chg="mod">
          <ac:chgData name="수인 이" userId="a6bf09c0c2b50d42" providerId="LiveId" clId="{A4B2E614-8A74-4A44-B4A5-5E77D32D0959}" dt="2026-10-06T06:46:13.220" v="108" actId="1076"/>
          <ac:picMkLst>
            <pc:docMk/>
            <pc:sldMk cId="471435703" sldId="2346"/>
            <ac:picMk id="4" creationId="{6F13DCC1-031D-EFBA-3B5B-337E9C548432}"/>
          </ac:picMkLst>
        </pc:picChg>
        <pc:inkChg chg="mod">
          <ac:chgData name="수인 이" userId="a6bf09c0c2b50d42" providerId="LiveId" clId="{A4B2E614-8A74-4A44-B4A5-5E77D32D0959}" dt="2026-10-06T06:46:15.786" v="109" actId="1076"/>
          <ac:inkMkLst>
            <pc:docMk/>
            <pc:sldMk cId="471435703" sldId="2346"/>
            <ac:inkMk id="8" creationId="{F02D26FC-76DA-291A-FA49-2F909BBD374C}"/>
          </ac:inkMkLst>
        </pc:inkChg>
      </pc:sldChg>
      <pc:sldChg chg="addSp modSp mod">
        <pc:chgData name="수인 이" userId="a6bf09c0c2b50d42" providerId="LiveId" clId="{A4B2E614-8A74-4A44-B4A5-5E77D32D0959}" dt="2026-10-06T06:47:08.984" v="118" actId="20577"/>
        <pc:sldMkLst>
          <pc:docMk/>
          <pc:sldMk cId="2341803534" sldId="2347"/>
        </pc:sldMkLst>
        <pc:spChg chg="add mod">
          <ac:chgData name="수인 이" userId="a6bf09c0c2b50d42" providerId="LiveId" clId="{A4B2E614-8A74-4A44-B4A5-5E77D32D0959}" dt="2026-10-06T06:47:08.984" v="118" actId="20577"/>
          <ac:spMkLst>
            <pc:docMk/>
            <pc:sldMk cId="2341803534" sldId="2347"/>
            <ac:spMk id="3" creationId="{0A76E246-74F5-9D5C-0858-3C8D4D0AF5FE}"/>
          </ac:spMkLst>
        </pc:spChg>
        <pc:spChg chg="mod">
          <ac:chgData name="수인 이" userId="a6bf09c0c2b50d42" providerId="LiveId" clId="{A4B2E614-8A74-4A44-B4A5-5E77D32D0959}" dt="2026-10-06T06:44:25.544" v="94" actId="20577"/>
          <ac:spMkLst>
            <pc:docMk/>
            <pc:sldMk cId="2341803534" sldId="2347"/>
            <ac:spMk id="7" creationId="{34DA548B-FE37-0B2F-D7F9-63D7695287D4}"/>
          </ac:spMkLst>
        </pc:spChg>
        <pc:picChg chg="mod">
          <ac:chgData name="수인 이" userId="a6bf09c0c2b50d42" providerId="LiveId" clId="{A4B2E614-8A74-4A44-B4A5-5E77D32D0959}" dt="2026-10-06T06:44:28.745" v="96" actId="1076"/>
          <ac:picMkLst>
            <pc:docMk/>
            <pc:sldMk cId="2341803534" sldId="2347"/>
            <ac:picMk id="2" creationId="{7382D9A4-6A03-3ED8-8D5D-1F8C6C828C6E}"/>
          </ac:picMkLst>
        </pc:picChg>
      </pc:sldChg>
      <pc:sldChg chg="addSp delSp modSp mod">
        <pc:chgData name="수인 이" userId="a6bf09c0c2b50d42" providerId="LiveId" clId="{A4B2E614-8A74-4A44-B4A5-5E77D32D0959}" dt="2026-10-06T06:47:18.363" v="121" actId="20577"/>
        <pc:sldMkLst>
          <pc:docMk/>
          <pc:sldMk cId="1656095444" sldId="2348"/>
        </pc:sldMkLst>
        <pc:spChg chg="add mod">
          <ac:chgData name="수인 이" userId="a6bf09c0c2b50d42" providerId="LiveId" clId="{A4B2E614-8A74-4A44-B4A5-5E77D32D0959}" dt="2026-10-06T06:47:18.363" v="121" actId="20577"/>
          <ac:spMkLst>
            <pc:docMk/>
            <pc:sldMk cId="1656095444" sldId="2348"/>
            <ac:spMk id="2" creationId="{0C8347CA-1802-4EDF-4DB4-546733B348C8}"/>
          </ac:spMkLst>
        </pc:spChg>
        <pc:spChg chg="del">
          <ac:chgData name="수인 이" userId="a6bf09c0c2b50d42" providerId="LiveId" clId="{A4B2E614-8A74-4A44-B4A5-5E77D32D0959}" dt="2026-10-06T06:44:34.600" v="97" actId="478"/>
          <ac:spMkLst>
            <pc:docMk/>
            <pc:sldMk cId="1656095444" sldId="2348"/>
            <ac:spMk id="7" creationId="{AC04E6A1-C9B0-8ADB-9DA6-3E0B6B880906}"/>
          </ac:spMkLst>
        </pc:spChg>
        <pc:picChg chg="mod">
          <ac:chgData name="수인 이" userId="a6bf09c0c2b50d42" providerId="LiveId" clId="{A4B2E614-8A74-4A44-B4A5-5E77D32D0959}" dt="2026-10-06T06:44:40.368" v="100" actId="1076"/>
          <ac:picMkLst>
            <pc:docMk/>
            <pc:sldMk cId="1656095444" sldId="2348"/>
            <ac:picMk id="3" creationId="{C91D1333-EFB4-85DE-0E98-042D92C6A3AB}"/>
          </ac:picMkLst>
        </pc:picChg>
        <pc:picChg chg="mod">
          <ac:chgData name="수인 이" userId="a6bf09c0c2b50d42" providerId="LiveId" clId="{A4B2E614-8A74-4A44-B4A5-5E77D32D0959}" dt="2026-10-06T06:44:40.368" v="100" actId="1076"/>
          <ac:picMkLst>
            <pc:docMk/>
            <pc:sldMk cId="1656095444" sldId="2348"/>
            <ac:picMk id="4" creationId="{77F2C64C-D7B2-191E-742C-E5CD7040C23F}"/>
          </ac:picMkLst>
        </pc:picChg>
        <pc:inkChg chg="mod">
          <ac:chgData name="수인 이" userId="a6bf09c0c2b50d42" providerId="LiveId" clId="{A4B2E614-8A74-4A44-B4A5-5E77D32D0959}" dt="2026-10-06T06:44:40.368" v="100" actId="1076"/>
          <ac:inkMkLst>
            <pc:docMk/>
            <pc:sldMk cId="1656095444" sldId="2348"/>
            <ac:inkMk id="5" creationId="{A76DE886-07BF-C901-EA8B-3A106DFFA059}"/>
          </ac:inkMkLst>
        </pc:inkChg>
      </pc:sldChg>
      <pc:sldChg chg="addSp modSp mod">
        <pc:chgData name="수인 이" userId="a6bf09c0c2b50d42" providerId="LiveId" clId="{A4B2E614-8A74-4A44-B4A5-5E77D32D0959}" dt="2026-10-06T06:47:27.273" v="124" actId="20577"/>
        <pc:sldMkLst>
          <pc:docMk/>
          <pc:sldMk cId="3634002339" sldId="2349"/>
        </pc:sldMkLst>
        <pc:spChg chg="add mod">
          <ac:chgData name="수인 이" userId="a6bf09c0c2b50d42" providerId="LiveId" clId="{A4B2E614-8A74-4A44-B4A5-5E77D32D0959}" dt="2026-10-06T06:47:27.273" v="124" actId="20577"/>
          <ac:spMkLst>
            <pc:docMk/>
            <pc:sldMk cId="3634002339" sldId="2349"/>
            <ac:spMk id="3" creationId="{95B19D5B-5166-7CC2-1C82-71CBFD6F66E8}"/>
          </ac:spMkLst>
        </pc:spChg>
      </pc:sldChg>
      <pc:sldChg chg="addSp modSp mod">
        <pc:chgData name="수인 이" userId="a6bf09c0c2b50d42" providerId="LiveId" clId="{A4B2E614-8A74-4A44-B4A5-5E77D32D0959}" dt="2026-10-06T06:46:50.886" v="116" actId="20577"/>
        <pc:sldMkLst>
          <pc:docMk/>
          <pc:sldMk cId="703893780" sldId="2350"/>
        </pc:sldMkLst>
        <pc:spChg chg="add mod">
          <ac:chgData name="수인 이" userId="a6bf09c0c2b50d42" providerId="LiveId" clId="{A4B2E614-8A74-4A44-B4A5-5E77D32D0959}" dt="2026-10-06T06:44:05.244" v="86" actId="1076"/>
          <ac:spMkLst>
            <pc:docMk/>
            <pc:sldMk cId="703893780" sldId="2350"/>
            <ac:spMk id="2" creationId="{2D96D020-ED1F-18FA-DA6C-637AFA39E62A}"/>
          </ac:spMkLst>
        </pc:spChg>
        <pc:spChg chg="add mod">
          <ac:chgData name="수인 이" userId="a6bf09c0c2b50d42" providerId="LiveId" clId="{A4B2E614-8A74-4A44-B4A5-5E77D32D0959}" dt="2026-10-06T06:46:50.886" v="116" actId="20577"/>
          <ac:spMkLst>
            <pc:docMk/>
            <pc:sldMk cId="703893780" sldId="2350"/>
            <ac:spMk id="3" creationId="{9DAEEE8D-32F1-A5B0-813E-9F87D105FD5C}"/>
          </ac:spMkLst>
        </pc:spChg>
      </pc:sldChg>
    </pc:docChg>
  </pc:docChgLst>
  <pc:docChgLst>
    <pc:chgData name="수인 이" userId="a6bf09c0c2b50d42" providerId="LiveId" clId="{5193591E-DB5F-4632-9B30-8D18C9888E63}"/>
    <pc:docChg chg="undo custSel addSld modSld">
      <pc:chgData name="수인 이" userId="a6bf09c0c2b50d42" providerId="LiveId" clId="{5193591E-DB5F-4632-9B30-8D18C9888E63}" dt="2026-08-11T00:49:46.183" v="503" actId="1076"/>
      <pc:docMkLst>
        <pc:docMk/>
      </pc:docMkLst>
      <pc:sldChg chg="delSp modSp mod">
        <pc:chgData name="수인 이" userId="a6bf09c0c2b50d42" providerId="LiveId" clId="{5193591E-DB5F-4632-9B30-8D18C9888E63}" dt="2026-08-11T00:42:42.320" v="163" actId="478"/>
        <pc:sldMkLst>
          <pc:docMk/>
          <pc:sldMk cId="587986892" sldId="261"/>
        </pc:sldMkLst>
        <pc:spChg chg="mod">
          <ac:chgData name="수인 이" userId="a6bf09c0c2b50d42" providerId="LiveId" clId="{5193591E-DB5F-4632-9B30-8D18C9888E63}" dt="2026-08-11T00:40:58.530" v="145" actId="1076"/>
          <ac:spMkLst>
            <pc:docMk/>
            <pc:sldMk cId="587986892" sldId="261"/>
            <ac:spMk id="4" creationId="{DDF898E4-7D3D-5BC0-58BA-0559A2861C04}"/>
          </ac:spMkLst>
        </pc:spChg>
        <pc:cxnChg chg="del">
          <ac:chgData name="수인 이" userId="a6bf09c0c2b50d42" providerId="LiveId" clId="{5193591E-DB5F-4632-9B30-8D18C9888E63}" dt="2026-08-11T00:42:42.320" v="163" actId="478"/>
          <ac:cxnSpMkLst>
            <pc:docMk/>
            <pc:sldMk cId="587986892" sldId="261"/>
            <ac:cxnSpMk id="6" creationId="{6B763A73-AFD3-0EDD-BEDC-5C6F40EB1212}"/>
          </ac:cxnSpMkLst>
        </pc:cxnChg>
      </pc:sldChg>
      <pc:sldChg chg="delSp modSp mod">
        <pc:chgData name="수인 이" userId="a6bf09c0c2b50d42" providerId="LiveId" clId="{5193591E-DB5F-4632-9B30-8D18C9888E63}" dt="2026-08-11T00:42:36.236" v="162" actId="478"/>
        <pc:sldMkLst>
          <pc:docMk/>
          <pc:sldMk cId="2412063335" sldId="2339"/>
        </pc:sldMkLst>
        <pc:cxnChg chg="del mod">
          <ac:chgData name="수인 이" userId="a6bf09c0c2b50d42" providerId="LiveId" clId="{5193591E-DB5F-4632-9B30-8D18C9888E63}" dt="2026-08-11T00:42:36.236" v="162" actId="478"/>
          <ac:cxnSpMkLst>
            <pc:docMk/>
            <pc:sldMk cId="2412063335" sldId="2339"/>
            <ac:cxnSpMk id="6" creationId="{6B763A73-AFD3-0EDD-BEDC-5C6F40EB1212}"/>
          </ac:cxnSpMkLst>
        </pc:cxnChg>
      </pc:sldChg>
      <pc:sldChg chg="addSp delSp modSp mod">
        <pc:chgData name="수인 이" userId="a6bf09c0c2b50d42" providerId="LiveId" clId="{5193591E-DB5F-4632-9B30-8D18C9888E63}" dt="2026-08-11T00:48:42.531" v="376" actId="1076"/>
        <pc:sldMkLst>
          <pc:docMk/>
          <pc:sldMk cId="1730188704" sldId="2340"/>
        </pc:sldMkLst>
        <pc:spChg chg="add del mod">
          <ac:chgData name="수인 이" userId="a6bf09c0c2b50d42" providerId="LiveId" clId="{5193591E-DB5F-4632-9B30-8D18C9888E63}" dt="2026-08-11T00:43:04.409" v="164" actId="478"/>
          <ac:spMkLst>
            <pc:docMk/>
            <pc:sldMk cId="1730188704" sldId="2340"/>
            <ac:spMk id="2" creationId="{3627193B-2BA1-484A-16B5-3203138281ED}"/>
          </ac:spMkLst>
        </pc:spChg>
        <pc:spChg chg="add mod">
          <ac:chgData name="수인 이" userId="a6bf09c0c2b50d42" providerId="LiveId" clId="{5193591E-DB5F-4632-9B30-8D18C9888E63}" dt="2026-08-11T00:48:42.531" v="376" actId="1076"/>
          <ac:spMkLst>
            <pc:docMk/>
            <pc:sldMk cId="1730188704" sldId="2340"/>
            <ac:spMk id="3" creationId="{AD8804F4-9C8C-A4AB-0447-E4950246A011}"/>
          </ac:spMkLst>
        </pc:spChg>
        <pc:spChg chg="mod">
          <ac:chgData name="수인 이" userId="a6bf09c0c2b50d42" providerId="LiveId" clId="{5193591E-DB5F-4632-9B30-8D18C9888E63}" dt="2026-08-11T00:48:03.998" v="289" actId="6549"/>
          <ac:spMkLst>
            <pc:docMk/>
            <pc:sldMk cId="1730188704" sldId="2340"/>
            <ac:spMk id="4" creationId="{DDF898E4-7D3D-5BC0-58BA-0559A2861C04}"/>
          </ac:spMkLst>
        </pc:spChg>
      </pc:sldChg>
      <pc:sldChg chg="addSp delSp modSp new mod">
        <pc:chgData name="수인 이" userId="a6bf09c0c2b50d42" providerId="LiveId" clId="{5193591E-DB5F-4632-9B30-8D18C9888E63}" dt="2026-08-11T00:49:46.183" v="503" actId="1076"/>
        <pc:sldMkLst>
          <pc:docMk/>
          <pc:sldMk cId="798820841" sldId="2367"/>
        </pc:sldMkLst>
        <pc:spChg chg="del">
          <ac:chgData name="수인 이" userId="a6bf09c0c2b50d42" providerId="LiveId" clId="{5193591E-DB5F-4632-9B30-8D18C9888E63}" dt="2026-08-11T00:43:07.791" v="166" actId="478"/>
          <ac:spMkLst>
            <pc:docMk/>
            <pc:sldMk cId="798820841" sldId="2367"/>
            <ac:spMk id="2" creationId="{01B78B9C-4968-7925-7B4C-7153FF2C28CD}"/>
          </ac:spMkLst>
        </pc:spChg>
        <pc:spChg chg="del">
          <ac:chgData name="수인 이" userId="a6bf09c0c2b50d42" providerId="LiveId" clId="{5193591E-DB5F-4632-9B30-8D18C9888E63}" dt="2026-08-11T00:43:07.791" v="166" actId="478"/>
          <ac:spMkLst>
            <pc:docMk/>
            <pc:sldMk cId="798820841" sldId="2367"/>
            <ac:spMk id="3" creationId="{B16A2038-D9C6-FEA9-8554-3FA80E210B8D}"/>
          </ac:spMkLst>
        </pc:spChg>
        <pc:spChg chg="add mod">
          <ac:chgData name="수인 이" userId="a6bf09c0c2b50d42" providerId="LiveId" clId="{5193591E-DB5F-4632-9B30-8D18C9888E63}" dt="2026-08-11T00:48:54.123" v="378"/>
          <ac:spMkLst>
            <pc:docMk/>
            <pc:sldMk cId="798820841" sldId="2367"/>
            <ac:spMk id="4" creationId="{8F3034F6-10D0-CD05-81F7-327320351C7D}"/>
          </ac:spMkLst>
        </pc:spChg>
        <pc:spChg chg="add mod">
          <ac:chgData name="수인 이" userId="a6bf09c0c2b50d42" providerId="LiveId" clId="{5193591E-DB5F-4632-9B30-8D18C9888E63}" dt="2026-08-11T00:46:00.487" v="229" actId="1076"/>
          <ac:spMkLst>
            <pc:docMk/>
            <pc:sldMk cId="798820841" sldId="2367"/>
            <ac:spMk id="6" creationId="{E04EFAAD-A9DA-8B0E-4E45-A882B6985216}"/>
          </ac:spMkLst>
        </pc:spChg>
        <pc:spChg chg="add mod">
          <ac:chgData name="수인 이" userId="a6bf09c0c2b50d42" providerId="LiveId" clId="{5193591E-DB5F-4632-9B30-8D18C9888E63}" dt="2026-08-11T00:49:46.183" v="503" actId="1076"/>
          <ac:spMkLst>
            <pc:docMk/>
            <pc:sldMk cId="798820841" sldId="2367"/>
            <ac:spMk id="7" creationId="{38DA1FFF-D329-CC10-0A9B-FC100D0AD6D5}"/>
          </ac:spMkLst>
        </pc:spChg>
      </pc:sldChg>
    </pc:docChg>
  </pc:docChgLst>
  <pc:docChgLst>
    <pc:chgData name="수인 이" userId="a6bf09c0c2b50d42" providerId="LiveId" clId="{929214AC-5129-4C3F-B87C-D728339B2521}"/>
    <pc:docChg chg="undo custSel addSld delSld modSld">
      <pc:chgData name="수인 이" userId="a6bf09c0c2b50d42" providerId="LiveId" clId="{929214AC-5129-4C3F-B87C-D728339B2521}" dt="2026-10-06T04:57:18.704" v="4090" actId="20577"/>
      <pc:docMkLst>
        <pc:docMk/>
      </pc:docMkLst>
      <pc:sldChg chg="addSp delSp modSp mod">
        <pc:chgData name="수인 이" userId="a6bf09c0c2b50d42" providerId="LiveId" clId="{929214AC-5129-4C3F-B87C-D728339B2521}" dt="2026-10-06T04:19:36.582" v="2495" actId="20577"/>
        <pc:sldMkLst>
          <pc:docMk/>
          <pc:sldMk cId="765035973" sldId="256"/>
        </pc:sldMkLst>
        <pc:spChg chg="del mod">
          <ac:chgData name="수인 이" userId="a6bf09c0c2b50d42" providerId="LiveId" clId="{929214AC-5129-4C3F-B87C-D728339B2521}" dt="2026-10-06T03:46:21.146" v="196" actId="478"/>
          <ac:spMkLst>
            <pc:docMk/>
            <pc:sldMk cId="765035973" sldId="256"/>
            <ac:spMk id="2" creationId="{FE0883CB-D011-599C-A789-A5DA6FE3EC1E}"/>
          </ac:spMkLst>
        </pc:spChg>
        <pc:spChg chg="add mod">
          <ac:chgData name="수인 이" userId="a6bf09c0c2b50d42" providerId="LiveId" clId="{929214AC-5129-4C3F-B87C-D728339B2521}" dt="2026-10-06T03:52:38.315" v="712" actId="1076"/>
          <ac:spMkLst>
            <pc:docMk/>
            <pc:sldMk cId="765035973" sldId="256"/>
            <ac:spMk id="7" creationId="{E4015512-3649-6C05-4473-493216D2852A}"/>
          </ac:spMkLst>
        </pc:spChg>
        <pc:spChg chg="add mod">
          <ac:chgData name="수인 이" userId="a6bf09c0c2b50d42" providerId="LiveId" clId="{929214AC-5129-4C3F-B87C-D728339B2521}" dt="2026-10-06T04:01:50.170" v="1385" actId="6549"/>
          <ac:spMkLst>
            <pc:docMk/>
            <pc:sldMk cId="765035973" sldId="256"/>
            <ac:spMk id="8" creationId="{7CA1667C-7354-A1E8-F142-66273CBC4E6A}"/>
          </ac:spMkLst>
        </pc:spChg>
        <pc:spChg chg="add mod">
          <ac:chgData name="수인 이" userId="a6bf09c0c2b50d42" providerId="LiveId" clId="{929214AC-5129-4C3F-B87C-D728339B2521}" dt="2026-10-06T04:08:14.663" v="1839" actId="20577"/>
          <ac:spMkLst>
            <pc:docMk/>
            <pc:sldMk cId="765035973" sldId="256"/>
            <ac:spMk id="11" creationId="{A2E1F299-0506-D028-D231-7C29CB84048F}"/>
          </ac:spMkLst>
        </pc:spChg>
        <pc:spChg chg="add mod">
          <ac:chgData name="수인 이" userId="a6bf09c0c2b50d42" providerId="LiveId" clId="{929214AC-5129-4C3F-B87C-D728339B2521}" dt="2026-10-06T04:19:36.582" v="2495" actId="20577"/>
          <ac:spMkLst>
            <pc:docMk/>
            <pc:sldMk cId="765035973" sldId="256"/>
            <ac:spMk id="12" creationId="{569B93D7-D766-9BCD-1F96-1C44FE81B2A6}"/>
          </ac:spMkLst>
        </pc:spChg>
        <pc:picChg chg="add mod">
          <ac:chgData name="수인 이" userId="a6bf09c0c2b50d42" providerId="LiveId" clId="{929214AC-5129-4C3F-B87C-D728339B2521}" dt="2026-10-06T03:52:38.315" v="712" actId="1076"/>
          <ac:picMkLst>
            <pc:docMk/>
            <pc:sldMk cId="765035973" sldId="256"/>
            <ac:picMk id="4" creationId="{E1720B7B-5D5C-5126-818F-C03509404DEF}"/>
          </ac:picMkLst>
        </pc:picChg>
        <pc:picChg chg="del">
          <ac:chgData name="수인 이" userId="a6bf09c0c2b50d42" providerId="LiveId" clId="{929214AC-5129-4C3F-B87C-D728339B2521}" dt="2026-10-06T03:46:22.162" v="197" actId="478"/>
          <ac:picMkLst>
            <pc:docMk/>
            <pc:sldMk cId="765035973" sldId="256"/>
            <ac:picMk id="5" creationId="{6D64737E-6F99-036A-D88F-6A9C4A8889C4}"/>
          </ac:picMkLst>
        </pc:picChg>
        <pc:picChg chg="add mod">
          <ac:chgData name="수인 이" userId="a6bf09c0c2b50d42" providerId="LiveId" clId="{929214AC-5129-4C3F-B87C-D728339B2521}" dt="2026-10-06T03:52:38.315" v="712" actId="1076"/>
          <ac:picMkLst>
            <pc:docMk/>
            <pc:sldMk cId="765035973" sldId="256"/>
            <ac:picMk id="10" creationId="{0566BFEB-5C82-0132-F830-A270B7D2B466}"/>
          </ac:picMkLst>
        </pc:picChg>
      </pc:sldChg>
      <pc:sldChg chg="del">
        <pc:chgData name="수인 이" userId="a6bf09c0c2b50d42" providerId="LiveId" clId="{929214AC-5129-4C3F-B87C-D728339B2521}" dt="2026-10-06T03:52:24.976" v="681" actId="47"/>
        <pc:sldMkLst>
          <pc:docMk/>
          <pc:sldMk cId="1691344745" sldId="258"/>
        </pc:sldMkLst>
      </pc:sldChg>
      <pc:sldChg chg="del">
        <pc:chgData name="수인 이" userId="a6bf09c0c2b50d42" providerId="LiveId" clId="{929214AC-5129-4C3F-B87C-D728339B2521}" dt="2026-10-06T03:52:25.322" v="683" actId="47"/>
        <pc:sldMkLst>
          <pc:docMk/>
          <pc:sldMk cId="145763181" sldId="260"/>
        </pc:sldMkLst>
      </pc:sldChg>
      <pc:sldChg chg="del">
        <pc:chgData name="수인 이" userId="a6bf09c0c2b50d42" providerId="LiveId" clId="{929214AC-5129-4C3F-B87C-D728339B2521}" dt="2026-10-06T03:52:25.589" v="684" actId="47"/>
        <pc:sldMkLst>
          <pc:docMk/>
          <pc:sldMk cId="587986892" sldId="261"/>
        </pc:sldMkLst>
      </pc:sldChg>
      <pc:sldChg chg="delSp modSp mod">
        <pc:chgData name="수인 이" userId="a6bf09c0c2b50d42" providerId="LiveId" clId="{929214AC-5129-4C3F-B87C-D728339B2521}" dt="2026-10-06T03:45:17.995" v="193" actId="20577"/>
        <pc:sldMkLst>
          <pc:docMk/>
          <pc:sldMk cId="4049189621" sldId="2336"/>
        </pc:sldMkLst>
        <pc:spChg chg="mod">
          <ac:chgData name="수인 이" userId="a6bf09c0c2b50d42" providerId="LiveId" clId="{929214AC-5129-4C3F-B87C-D728339B2521}" dt="2026-10-06T03:43:30.793" v="54" actId="1076"/>
          <ac:spMkLst>
            <pc:docMk/>
            <pc:sldMk cId="4049189621" sldId="2336"/>
            <ac:spMk id="7" creationId="{DACFE474-8452-EFBC-39F3-0D13533C2BF3}"/>
          </ac:spMkLst>
        </pc:spChg>
        <pc:spChg chg="mod">
          <ac:chgData name="수인 이" userId="a6bf09c0c2b50d42" providerId="LiveId" clId="{929214AC-5129-4C3F-B87C-D728339B2521}" dt="2026-10-06T03:44:51.362" v="140" actId="20577"/>
          <ac:spMkLst>
            <pc:docMk/>
            <pc:sldMk cId="4049189621" sldId="2336"/>
            <ac:spMk id="9" creationId="{D74FE53C-3A7A-EBF3-5163-EC0A42B89CC6}"/>
          </ac:spMkLst>
        </pc:spChg>
        <pc:spChg chg="del mod">
          <ac:chgData name="수인 이" userId="a6bf09c0c2b50d42" providerId="LiveId" clId="{929214AC-5129-4C3F-B87C-D728339B2521}" dt="2026-10-06T03:43:25.678" v="52"/>
          <ac:spMkLst>
            <pc:docMk/>
            <pc:sldMk cId="4049189621" sldId="2336"/>
            <ac:spMk id="12" creationId="{2F87C147-F976-0046-35F5-3E817FE13AB0}"/>
          </ac:spMkLst>
        </pc:spChg>
        <pc:spChg chg="mod">
          <ac:chgData name="수인 이" userId="a6bf09c0c2b50d42" providerId="LiveId" clId="{929214AC-5129-4C3F-B87C-D728339B2521}" dt="2026-10-06T03:45:17.995" v="193" actId="20577"/>
          <ac:spMkLst>
            <pc:docMk/>
            <pc:sldMk cId="4049189621" sldId="2336"/>
            <ac:spMk id="32" creationId="{137B2EFD-FD05-68D6-D824-C942FB7CE73E}"/>
          </ac:spMkLst>
        </pc:spChg>
        <pc:cxnChg chg="mod">
          <ac:chgData name="수인 이" userId="a6bf09c0c2b50d42" providerId="LiveId" clId="{929214AC-5129-4C3F-B87C-D728339B2521}" dt="2026-10-06T03:43:34.244" v="55" actId="1076"/>
          <ac:cxnSpMkLst>
            <pc:docMk/>
            <pc:sldMk cId="4049189621" sldId="2336"/>
            <ac:cxnSpMk id="8" creationId="{CF83CC0C-6654-E3CA-B699-1950729EFE04}"/>
          </ac:cxnSpMkLst>
        </pc:cxnChg>
      </pc:sldChg>
      <pc:sldChg chg="del">
        <pc:chgData name="수인 이" userId="a6bf09c0c2b50d42" providerId="LiveId" clId="{929214AC-5129-4C3F-B87C-D728339B2521}" dt="2026-10-06T03:52:24.825" v="680" actId="47"/>
        <pc:sldMkLst>
          <pc:docMk/>
          <pc:sldMk cId="1852715183" sldId="2337"/>
        </pc:sldMkLst>
      </pc:sldChg>
      <pc:sldChg chg="addSp delSp modSp add mod">
        <pc:chgData name="수인 이" userId="a6bf09c0c2b50d42" providerId="LiveId" clId="{929214AC-5129-4C3F-B87C-D728339B2521}" dt="2026-10-06T04:57:18.704" v="4090" actId="20577"/>
        <pc:sldMkLst>
          <pc:docMk/>
          <pc:sldMk cId="2713446537" sldId="2337"/>
        </pc:sldMkLst>
        <pc:spChg chg="del">
          <ac:chgData name="수인 이" userId="a6bf09c0c2b50d42" providerId="LiveId" clId="{929214AC-5129-4C3F-B87C-D728339B2521}" dt="2026-10-06T03:57:03.654" v="1249" actId="478"/>
          <ac:spMkLst>
            <pc:docMk/>
            <pc:sldMk cId="2713446537" sldId="2337"/>
            <ac:spMk id="7" creationId="{E4015512-3649-6C05-4473-493216D2852A}"/>
          </ac:spMkLst>
        </pc:spChg>
        <pc:spChg chg="mod">
          <ac:chgData name="수인 이" userId="a6bf09c0c2b50d42" providerId="LiveId" clId="{929214AC-5129-4C3F-B87C-D728339B2521}" dt="2026-10-06T03:59:47.731" v="1338" actId="1076"/>
          <ac:spMkLst>
            <pc:docMk/>
            <pc:sldMk cId="2713446537" sldId="2337"/>
            <ac:spMk id="8" creationId="{7CA1667C-7354-A1E8-F142-66273CBC4E6A}"/>
          </ac:spMkLst>
        </pc:spChg>
        <pc:spChg chg="mod">
          <ac:chgData name="수인 이" userId="a6bf09c0c2b50d42" providerId="LiveId" clId="{929214AC-5129-4C3F-B87C-D728339B2521}" dt="2026-10-06T03:57:50.960" v="1300" actId="20577"/>
          <ac:spMkLst>
            <pc:docMk/>
            <pc:sldMk cId="2713446537" sldId="2337"/>
            <ac:spMk id="11" creationId="{A2E1F299-0506-D028-D231-7C29CB84048F}"/>
          </ac:spMkLst>
        </pc:spChg>
        <pc:spChg chg="mod">
          <ac:chgData name="수인 이" userId="a6bf09c0c2b50d42" providerId="LiveId" clId="{929214AC-5129-4C3F-B87C-D728339B2521}" dt="2026-10-06T04:57:18.704" v="4090" actId="20577"/>
          <ac:spMkLst>
            <pc:docMk/>
            <pc:sldMk cId="2713446537" sldId="2337"/>
            <ac:spMk id="12" creationId="{569B93D7-D766-9BCD-1F96-1C44FE81B2A6}"/>
          </ac:spMkLst>
        </pc:spChg>
        <pc:spChg chg="add mod">
          <ac:chgData name="수인 이" userId="a6bf09c0c2b50d42" providerId="LiveId" clId="{929214AC-5129-4C3F-B87C-D728339B2521}" dt="2026-10-06T04:55:23.505" v="3968" actId="20577"/>
          <ac:spMkLst>
            <pc:docMk/>
            <pc:sldMk cId="2713446537" sldId="2337"/>
            <ac:spMk id="14" creationId="{3FEE258E-6A4C-14E8-62A3-96FB5F013C15}"/>
          </ac:spMkLst>
        </pc:spChg>
        <pc:spChg chg="add mod">
          <ac:chgData name="수인 이" userId="a6bf09c0c2b50d42" providerId="LiveId" clId="{929214AC-5129-4C3F-B87C-D728339B2521}" dt="2026-10-06T04:55:38.333" v="3972" actId="207"/>
          <ac:spMkLst>
            <pc:docMk/>
            <pc:sldMk cId="2713446537" sldId="2337"/>
            <ac:spMk id="17" creationId="{E95D7F0B-9B3B-F183-A404-F04CBD0EBF80}"/>
          </ac:spMkLst>
        </pc:spChg>
        <pc:picChg chg="add del mod">
          <ac:chgData name="수인 이" userId="a6bf09c0c2b50d42" providerId="LiveId" clId="{929214AC-5129-4C3F-B87C-D728339B2521}" dt="2026-10-06T03:58:07.078" v="1308" actId="478"/>
          <ac:picMkLst>
            <pc:docMk/>
            <pc:sldMk cId="2713446537" sldId="2337"/>
            <ac:picMk id="3" creationId="{D88A62C3-7441-8287-AE47-ED242E9FEFAB}"/>
          </ac:picMkLst>
        </pc:picChg>
        <pc:picChg chg="del">
          <ac:chgData name="수인 이" userId="a6bf09c0c2b50d42" providerId="LiveId" clId="{929214AC-5129-4C3F-B87C-D728339B2521}" dt="2026-10-06T03:57:02.727" v="1247" actId="478"/>
          <ac:picMkLst>
            <pc:docMk/>
            <pc:sldMk cId="2713446537" sldId="2337"/>
            <ac:picMk id="4" creationId="{E1720B7B-5D5C-5126-818F-C03509404DEF}"/>
          </ac:picMkLst>
        </pc:picChg>
        <pc:picChg chg="add mod">
          <ac:chgData name="수인 이" userId="a6bf09c0c2b50d42" providerId="LiveId" clId="{929214AC-5129-4C3F-B87C-D728339B2521}" dt="2026-10-06T04:55:28.012" v="3969" actId="1076"/>
          <ac:picMkLst>
            <pc:docMk/>
            <pc:sldMk cId="2713446537" sldId="2337"/>
            <ac:picMk id="6" creationId="{9A8B0FB8-5825-D9F0-5F00-2A4A75D7B95D}"/>
          </ac:picMkLst>
        </pc:picChg>
        <pc:picChg chg="del">
          <ac:chgData name="수인 이" userId="a6bf09c0c2b50d42" providerId="LiveId" clId="{929214AC-5129-4C3F-B87C-D728339B2521}" dt="2026-10-06T03:57:02.932" v="1248" actId="478"/>
          <ac:picMkLst>
            <pc:docMk/>
            <pc:sldMk cId="2713446537" sldId="2337"/>
            <ac:picMk id="10" creationId="{0566BFEB-5C82-0132-F830-A270B7D2B466}"/>
          </ac:picMkLst>
        </pc:picChg>
        <pc:picChg chg="add del mod">
          <ac:chgData name="수인 이" userId="a6bf09c0c2b50d42" providerId="LiveId" clId="{929214AC-5129-4C3F-B87C-D728339B2521}" dt="2026-10-06T04:26:52.300" v="2711" actId="478"/>
          <ac:picMkLst>
            <pc:docMk/>
            <pc:sldMk cId="2713446537" sldId="2337"/>
            <ac:picMk id="13" creationId="{B4CB575F-1FF7-A456-33D7-D940B74AD28D}"/>
          </ac:picMkLst>
        </pc:picChg>
        <pc:picChg chg="add mod">
          <ac:chgData name="수인 이" userId="a6bf09c0c2b50d42" providerId="LiveId" clId="{929214AC-5129-4C3F-B87C-D728339B2521}" dt="2026-10-06T04:54:50.455" v="3798" actId="14100"/>
          <ac:picMkLst>
            <pc:docMk/>
            <pc:sldMk cId="2713446537" sldId="2337"/>
            <ac:picMk id="16" creationId="{39BE5FBF-B80E-E3E4-96EC-6CB27BA5BF69}"/>
          </ac:picMkLst>
        </pc:picChg>
      </pc:sldChg>
      <pc:sldChg chg="del">
        <pc:chgData name="수인 이" userId="a6bf09c0c2b50d42" providerId="LiveId" clId="{929214AC-5129-4C3F-B87C-D728339B2521}" dt="2026-10-06T03:52:25.151" v="682" actId="47"/>
        <pc:sldMkLst>
          <pc:docMk/>
          <pc:sldMk cId="502199488" sldId="2338"/>
        </pc:sldMkLst>
      </pc:sldChg>
      <pc:sldChg chg="addSp delSp modSp add mod">
        <pc:chgData name="수인 이" userId="a6bf09c0c2b50d42" providerId="LiveId" clId="{929214AC-5129-4C3F-B87C-D728339B2521}" dt="2026-10-06T04:08:17.275" v="1840"/>
        <pc:sldMkLst>
          <pc:docMk/>
          <pc:sldMk cId="1663200425" sldId="2338"/>
        </pc:sldMkLst>
        <pc:spChg chg="del">
          <ac:chgData name="수인 이" userId="a6bf09c0c2b50d42" providerId="LiveId" clId="{929214AC-5129-4C3F-B87C-D728339B2521}" dt="2026-10-06T04:01:34.965" v="1377" actId="478"/>
          <ac:spMkLst>
            <pc:docMk/>
            <pc:sldMk cId="1663200425" sldId="2338"/>
            <ac:spMk id="7" creationId="{E4015512-3649-6C05-4473-493216D2852A}"/>
          </ac:spMkLst>
        </pc:spChg>
        <pc:spChg chg="mod">
          <ac:chgData name="수인 이" userId="a6bf09c0c2b50d42" providerId="LiveId" clId="{929214AC-5129-4C3F-B87C-D728339B2521}" dt="2026-10-06T04:06:15.449" v="1714" actId="1076"/>
          <ac:spMkLst>
            <pc:docMk/>
            <pc:sldMk cId="1663200425" sldId="2338"/>
            <ac:spMk id="8" creationId="{7CA1667C-7354-A1E8-F142-66273CBC4E6A}"/>
          </ac:spMkLst>
        </pc:spChg>
        <pc:spChg chg="mod">
          <ac:chgData name="수인 이" userId="a6bf09c0c2b50d42" providerId="LiveId" clId="{929214AC-5129-4C3F-B87C-D728339B2521}" dt="2026-10-06T04:08:17.275" v="1840"/>
          <ac:spMkLst>
            <pc:docMk/>
            <pc:sldMk cId="1663200425" sldId="2338"/>
            <ac:spMk id="11" creationId="{A2E1F299-0506-D028-D231-7C29CB84048F}"/>
          </ac:spMkLst>
        </pc:spChg>
        <pc:spChg chg="mod">
          <ac:chgData name="수인 이" userId="a6bf09c0c2b50d42" providerId="LiveId" clId="{929214AC-5129-4C3F-B87C-D728339B2521}" dt="2026-10-06T04:07:25.778" v="1821" actId="207"/>
          <ac:spMkLst>
            <pc:docMk/>
            <pc:sldMk cId="1663200425" sldId="2338"/>
            <ac:spMk id="12" creationId="{569B93D7-D766-9BCD-1F96-1C44FE81B2A6}"/>
          </ac:spMkLst>
        </pc:spChg>
        <pc:spChg chg="add mod">
          <ac:chgData name="수인 이" userId="a6bf09c0c2b50d42" providerId="LiveId" clId="{929214AC-5129-4C3F-B87C-D728339B2521}" dt="2026-10-06T04:07:20.963" v="1820" actId="1076"/>
          <ac:spMkLst>
            <pc:docMk/>
            <pc:sldMk cId="1663200425" sldId="2338"/>
            <ac:spMk id="18" creationId="{57463283-35B4-374E-9F09-06283A20E2D6}"/>
          </ac:spMkLst>
        </pc:spChg>
        <pc:picChg chg="add mod">
          <ac:chgData name="수인 이" userId="a6bf09c0c2b50d42" providerId="LiveId" clId="{929214AC-5129-4C3F-B87C-D728339B2521}" dt="2026-10-06T04:06:12.701" v="1713" actId="1076"/>
          <ac:picMkLst>
            <pc:docMk/>
            <pc:sldMk cId="1663200425" sldId="2338"/>
            <ac:picMk id="3" creationId="{64E60C8B-2F62-3748-CAC7-54C74EF97A60}"/>
          </ac:picMkLst>
        </pc:picChg>
        <pc:picChg chg="del">
          <ac:chgData name="수인 이" userId="a6bf09c0c2b50d42" providerId="LiveId" clId="{929214AC-5129-4C3F-B87C-D728339B2521}" dt="2026-10-06T04:01:24.569" v="1367" actId="478"/>
          <ac:picMkLst>
            <pc:docMk/>
            <pc:sldMk cId="1663200425" sldId="2338"/>
            <ac:picMk id="4" creationId="{E1720B7B-5D5C-5126-818F-C03509404DEF}"/>
          </ac:picMkLst>
        </pc:picChg>
        <pc:picChg chg="del">
          <ac:chgData name="수인 이" userId="a6bf09c0c2b50d42" providerId="LiveId" clId="{929214AC-5129-4C3F-B87C-D728339B2521}" dt="2026-10-06T04:01:26.246" v="1368" actId="478"/>
          <ac:picMkLst>
            <pc:docMk/>
            <pc:sldMk cId="1663200425" sldId="2338"/>
            <ac:picMk id="10" creationId="{0566BFEB-5C82-0132-F830-A270B7D2B466}"/>
          </ac:picMkLst>
        </pc:picChg>
        <pc:picChg chg="add mod">
          <ac:chgData name="수인 이" userId="a6bf09c0c2b50d42" providerId="LiveId" clId="{929214AC-5129-4C3F-B87C-D728339B2521}" dt="2026-10-06T04:06:17.291" v="1715" actId="1076"/>
          <ac:picMkLst>
            <pc:docMk/>
            <pc:sldMk cId="1663200425" sldId="2338"/>
            <ac:picMk id="14" creationId="{EEC5564A-C19D-9637-DA5E-7A078E62B357}"/>
          </ac:picMkLst>
        </pc:picChg>
        <pc:picChg chg="add mod ord">
          <ac:chgData name="수인 이" userId="a6bf09c0c2b50d42" providerId="LiveId" clId="{929214AC-5129-4C3F-B87C-D728339B2521}" dt="2026-10-06T04:06:29.225" v="1724" actId="14100"/>
          <ac:picMkLst>
            <pc:docMk/>
            <pc:sldMk cId="1663200425" sldId="2338"/>
            <ac:picMk id="21" creationId="{33DF57F2-1593-42AD-AF6C-67CC599C1F6C}"/>
          </ac:picMkLst>
        </pc:picChg>
        <pc:cxnChg chg="add mod ord">
          <ac:chgData name="수인 이" userId="a6bf09c0c2b50d42" providerId="LiveId" clId="{929214AC-5129-4C3F-B87C-D728339B2521}" dt="2026-10-06T04:06:19.219" v="1716" actId="14100"/>
          <ac:cxnSpMkLst>
            <pc:docMk/>
            <pc:sldMk cId="1663200425" sldId="2338"/>
            <ac:cxnSpMk id="6" creationId="{D410D1E8-37E0-3553-C7B6-CD1890404D76}"/>
          </ac:cxnSpMkLst>
        </pc:cxnChg>
      </pc:sldChg>
      <pc:sldChg chg="del">
        <pc:chgData name="수인 이" userId="a6bf09c0c2b50d42" providerId="LiveId" clId="{929214AC-5129-4C3F-B87C-D728339B2521}" dt="2026-10-06T03:52:25.732" v="685" actId="47"/>
        <pc:sldMkLst>
          <pc:docMk/>
          <pc:sldMk cId="2412063335" sldId="2339"/>
        </pc:sldMkLst>
      </pc:sldChg>
      <pc:sldChg chg="addSp delSp modSp add mod">
        <pc:chgData name="수인 이" userId="a6bf09c0c2b50d42" providerId="LiveId" clId="{929214AC-5129-4C3F-B87C-D728339B2521}" dt="2026-10-06T04:19:14.025" v="2479" actId="207"/>
        <pc:sldMkLst>
          <pc:docMk/>
          <pc:sldMk cId="4153019686" sldId="2339"/>
        </pc:sldMkLst>
        <pc:spChg chg="add mod">
          <ac:chgData name="수인 이" userId="a6bf09c0c2b50d42" providerId="LiveId" clId="{929214AC-5129-4C3F-B87C-D728339B2521}" dt="2026-10-06T04:12:04.682" v="2019" actId="1076"/>
          <ac:spMkLst>
            <pc:docMk/>
            <pc:sldMk cId="4153019686" sldId="2339"/>
            <ac:spMk id="4" creationId="{0E5FAC70-2832-97B7-AD93-712AE4F66DF1}"/>
          </ac:spMkLst>
        </pc:spChg>
        <pc:spChg chg="add">
          <ac:chgData name="수인 이" userId="a6bf09c0c2b50d42" providerId="LiveId" clId="{929214AC-5129-4C3F-B87C-D728339B2521}" dt="2026-10-06T04:12:42.898" v="2073"/>
          <ac:spMkLst>
            <pc:docMk/>
            <pc:sldMk cId="4153019686" sldId="2339"/>
            <ac:spMk id="5" creationId="{B065A5E4-C30F-1BEB-B692-44D1359678AE}"/>
          </ac:spMkLst>
        </pc:spChg>
        <pc:spChg chg="del">
          <ac:chgData name="수인 이" userId="a6bf09c0c2b50d42" providerId="LiveId" clId="{929214AC-5129-4C3F-B87C-D728339B2521}" dt="2026-10-06T04:11:45.558" v="2012" actId="478"/>
          <ac:spMkLst>
            <pc:docMk/>
            <pc:sldMk cId="4153019686" sldId="2339"/>
            <ac:spMk id="8" creationId="{7CA1667C-7354-A1E8-F142-66273CBC4E6A}"/>
          </ac:spMkLst>
        </pc:spChg>
        <pc:spChg chg="mod">
          <ac:chgData name="수인 이" userId="a6bf09c0c2b50d42" providerId="LiveId" clId="{929214AC-5129-4C3F-B87C-D728339B2521}" dt="2026-10-06T04:13:40.950" v="2256" actId="313"/>
          <ac:spMkLst>
            <pc:docMk/>
            <pc:sldMk cId="4153019686" sldId="2339"/>
            <ac:spMk id="11" creationId="{A2E1F299-0506-D028-D231-7C29CB84048F}"/>
          </ac:spMkLst>
        </pc:spChg>
        <pc:spChg chg="mod">
          <ac:chgData name="수인 이" userId="a6bf09c0c2b50d42" providerId="LiveId" clId="{929214AC-5129-4C3F-B87C-D728339B2521}" dt="2026-10-06T04:19:14.025" v="2479" actId="207"/>
          <ac:spMkLst>
            <pc:docMk/>
            <pc:sldMk cId="4153019686" sldId="2339"/>
            <ac:spMk id="12" creationId="{569B93D7-D766-9BCD-1F96-1C44FE81B2A6}"/>
          </ac:spMkLst>
        </pc:spChg>
        <pc:spChg chg="del">
          <ac:chgData name="수인 이" userId="a6bf09c0c2b50d42" providerId="LiveId" clId="{929214AC-5129-4C3F-B87C-D728339B2521}" dt="2026-10-06T04:11:44.662" v="2011" actId="478"/>
          <ac:spMkLst>
            <pc:docMk/>
            <pc:sldMk cId="4153019686" sldId="2339"/>
            <ac:spMk id="18" creationId="{57463283-35B4-374E-9F09-06283A20E2D6}"/>
          </ac:spMkLst>
        </pc:spChg>
        <pc:picChg chg="add mod">
          <ac:chgData name="수인 이" userId="a6bf09c0c2b50d42" providerId="LiveId" clId="{929214AC-5129-4C3F-B87C-D728339B2521}" dt="2026-10-06T04:11:57.029" v="2017" actId="1076"/>
          <ac:picMkLst>
            <pc:docMk/>
            <pc:sldMk cId="4153019686" sldId="2339"/>
            <ac:picMk id="2" creationId="{61EB56AE-1706-7333-0DCF-9E3B8AAFA21F}"/>
          </ac:picMkLst>
        </pc:picChg>
        <pc:picChg chg="del">
          <ac:chgData name="수인 이" userId="a6bf09c0c2b50d42" providerId="LiveId" clId="{929214AC-5129-4C3F-B87C-D728339B2521}" dt="2026-10-06T04:11:43.618" v="2010" actId="478"/>
          <ac:picMkLst>
            <pc:docMk/>
            <pc:sldMk cId="4153019686" sldId="2339"/>
            <ac:picMk id="3" creationId="{64E60C8B-2F62-3748-CAC7-54C74EF97A60}"/>
          </ac:picMkLst>
        </pc:picChg>
        <pc:picChg chg="del">
          <ac:chgData name="수인 이" userId="a6bf09c0c2b50d42" providerId="LiveId" clId="{929214AC-5129-4C3F-B87C-D728339B2521}" dt="2026-10-06T04:11:43.304" v="2009" actId="478"/>
          <ac:picMkLst>
            <pc:docMk/>
            <pc:sldMk cId="4153019686" sldId="2339"/>
            <ac:picMk id="14" creationId="{EEC5564A-C19D-9637-DA5E-7A078E62B357}"/>
          </ac:picMkLst>
        </pc:picChg>
        <pc:picChg chg="del">
          <ac:chgData name="수인 이" userId="a6bf09c0c2b50d42" providerId="LiveId" clId="{929214AC-5129-4C3F-B87C-D728339B2521}" dt="2026-10-06T04:11:43.044" v="2008" actId="478"/>
          <ac:picMkLst>
            <pc:docMk/>
            <pc:sldMk cId="4153019686" sldId="2339"/>
            <ac:picMk id="21" creationId="{33DF57F2-1593-42AD-AF6C-67CC599C1F6C}"/>
          </ac:picMkLst>
        </pc:picChg>
        <pc:cxnChg chg="del">
          <ac:chgData name="수인 이" userId="a6bf09c0c2b50d42" providerId="LiveId" clId="{929214AC-5129-4C3F-B87C-D728339B2521}" dt="2026-10-06T04:11:42.758" v="2007" actId="478"/>
          <ac:cxnSpMkLst>
            <pc:docMk/>
            <pc:sldMk cId="4153019686" sldId="2339"/>
            <ac:cxnSpMk id="6" creationId="{D410D1E8-37E0-3553-C7B6-CD1890404D76}"/>
          </ac:cxnSpMkLst>
        </pc:cxnChg>
      </pc:sldChg>
      <pc:sldChg chg="addSp delSp modSp add mod">
        <pc:chgData name="수인 이" userId="a6bf09c0c2b50d42" providerId="LiveId" clId="{929214AC-5129-4C3F-B87C-D728339B2521}" dt="2026-10-06T04:18:57.335" v="2465" actId="20577"/>
        <pc:sldMkLst>
          <pc:docMk/>
          <pc:sldMk cId="324957463" sldId="2340"/>
        </pc:sldMkLst>
        <pc:spChg chg="mod">
          <ac:chgData name="수인 이" userId="a6bf09c0c2b50d42" providerId="LiveId" clId="{929214AC-5129-4C3F-B87C-D728339B2521}" dt="2026-10-06T04:18:20.379" v="2423" actId="1076"/>
          <ac:spMkLst>
            <pc:docMk/>
            <pc:sldMk cId="324957463" sldId="2340"/>
            <ac:spMk id="4" creationId="{0E5FAC70-2832-97B7-AD93-712AE4F66DF1}"/>
          </ac:spMkLst>
        </pc:spChg>
        <pc:spChg chg="add mod">
          <ac:chgData name="수인 이" userId="a6bf09c0c2b50d42" providerId="LiveId" clId="{929214AC-5129-4C3F-B87C-D728339B2521}" dt="2026-10-06T04:18:48.331" v="2430" actId="14100"/>
          <ac:spMkLst>
            <pc:docMk/>
            <pc:sldMk cId="324957463" sldId="2340"/>
            <ac:spMk id="8" creationId="{5EF4F64F-DB9A-20A4-D365-18C8E1476ECC}"/>
          </ac:spMkLst>
        </pc:spChg>
        <pc:spChg chg="mod">
          <ac:chgData name="수인 이" userId="a6bf09c0c2b50d42" providerId="LiveId" clId="{929214AC-5129-4C3F-B87C-D728339B2521}" dt="2026-10-06T04:18:57.335" v="2465" actId="20577"/>
          <ac:spMkLst>
            <pc:docMk/>
            <pc:sldMk cId="324957463" sldId="2340"/>
            <ac:spMk id="11" creationId="{A2E1F299-0506-D028-D231-7C29CB84048F}"/>
          </ac:spMkLst>
        </pc:spChg>
        <pc:spChg chg="mod">
          <ac:chgData name="수인 이" userId="a6bf09c0c2b50d42" providerId="LiveId" clId="{929214AC-5129-4C3F-B87C-D728339B2521}" dt="2026-10-06T04:17:00.198" v="2390" actId="207"/>
          <ac:spMkLst>
            <pc:docMk/>
            <pc:sldMk cId="324957463" sldId="2340"/>
            <ac:spMk id="12" creationId="{569B93D7-D766-9BCD-1F96-1C44FE81B2A6}"/>
          </ac:spMkLst>
        </pc:spChg>
        <pc:picChg chg="del">
          <ac:chgData name="수인 이" userId="a6bf09c0c2b50d42" providerId="LiveId" clId="{929214AC-5129-4C3F-B87C-D728339B2521}" dt="2026-10-06T04:14:26.766" v="2350" actId="478"/>
          <ac:picMkLst>
            <pc:docMk/>
            <pc:sldMk cId="324957463" sldId="2340"/>
            <ac:picMk id="2" creationId="{61EB56AE-1706-7333-0DCF-9E3B8AAFA21F}"/>
          </ac:picMkLst>
        </pc:picChg>
        <pc:picChg chg="add mod">
          <ac:chgData name="수인 이" userId="a6bf09c0c2b50d42" providerId="LiveId" clId="{929214AC-5129-4C3F-B87C-D728339B2521}" dt="2026-10-06T04:18:09.787" v="2418" actId="1076"/>
          <ac:picMkLst>
            <pc:docMk/>
            <pc:sldMk cId="324957463" sldId="2340"/>
            <ac:picMk id="5" creationId="{D82820A2-368C-C8C1-BD28-69FB1C83B12B}"/>
          </ac:picMkLst>
        </pc:picChg>
        <pc:picChg chg="add mod">
          <ac:chgData name="수인 이" userId="a6bf09c0c2b50d42" providerId="LiveId" clId="{929214AC-5129-4C3F-B87C-D728339B2521}" dt="2026-10-06T04:18:12.224" v="2420" actId="1076"/>
          <ac:picMkLst>
            <pc:docMk/>
            <pc:sldMk cId="324957463" sldId="2340"/>
            <ac:picMk id="7" creationId="{459FB0AE-8C78-7073-1F6D-EEB62EB2520A}"/>
          </ac:picMkLst>
        </pc:picChg>
      </pc:sldChg>
      <pc:sldChg chg="del">
        <pc:chgData name="수인 이" userId="a6bf09c0c2b50d42" providerId="LiveId" clId="{929214AC-5129-4C3F-B87C-D728339B2521}" dt="2026-10-06T03:52:25.882" v="686" actId="47"/>
        <pc:sldMkLst>
          <pc:docMk/>
          <pc:sldMk cId="1730188704" sldId="2340"/>
        </pc:sldMkLst>
      </pc:sldChg>
      <pc:sldChg chg="addSp delSp modSp add mod">
        <pc:chgData name="수인 이" userId="a6bf09c0c2b50d42" providerId="LiveId" clId="{929214AC-5129-4C3F-B87C-D728339B2521}" dt="2026-10-06T04:53:17.818" v="3786" actId="207"/>
        <pc:sldMkLst>
          <pc:docMk/>
          <pc:sldMk cId="955340130" sldId="2341"/>
        </pc:sldMkLst>
        <pc:spChg chg="del">
          <ac:chgData name="수인 이" userId="a6bf09c0c2b50d42" providerId="LiveId" clId="{929214AC-5129-4C3F-B87C-D728339B2521}" dt="2026-10-06T04:20:35.417" v="2527" actId="478"/>
          <ac:spMkLst>
            <pc:docMk/>
            <pc:sldMk cId="955340130" sldId="2341"/>
            <ac:spMk id="4" creationId="{0E5FAC70-2832-97B7-AD93-712AE4F66DF1}"/>
          </ac:spMkLst>
        </pc:spChg>
        <pc:spChg chg="add mod">
          <ac:chgData name="수인 이" userId="a6bf09c0c2b50d42" providerId="LiveId" clId="{929214AC-5129-4C3F-B87C-D728339B2521}" dt="2026-10-06T04:51:04.283" v="3666" actId="1076"/>
          <ac:spMkLst>
            <pc:docMk/>
            <pc:sldMk cId="955340130" sldId="2341"/>
            <ac:spMk id="6" creationId="{21C3D8CF-1D3E-9CEA-4514-B109AE9BF62C}"/>
          </ac:spMkLst>
        </pc:spChg>
        <pc:spChg chg="del">
          <ac:chgData name="수인 이" userId="a6bf09c0c2b50d42" providerId="LiveId" clId="{929214AC-5129-4C3F-B87C-D728339B2521}" dt="2026-10-06T04:20:35.417" v="2527" actId="478"/>
          <ac:spMkLst>
            <pc:docMk/>
            <pc:sldMk cId="955340130" sldId="2341"/>
            <ac:spMk id="8" creationId="{5EF4F64F-DB9A-20A4-D365-18C8E1476ECC}"/>
          </ac:spMkLst>
        </pc:spChg>
        <pc:spChg chg="add mod">
          <ac:chgData name="수인 이" userId="a6bf09c0c2b50d42" providerId="LiveId" clId="{929214AC-5129-4C3F-B87C-D728339B2521}" dt="2026-10-06T04:51:06.857" v="3667" actId="1076"/>
          <ac:spMkLst>
            <pc:docMk/>
            <pc:sldMk cId="955340130" sldId="2341"/>
            <ac:spMk id="10" creationId="{7E08DA5F-CC3F-F9B8-1F96-45E0BCB63A79}"/>
          </ac:spMkLst>
        </pc:spChg>
        <pc:spChg chg="mod">
          <ac:chgData name="수인 이" userId="a6bf09c0c2b50d42" providerId="LiveId" clId="{929214AC-5129-4C3F-B87C-D728339B2521}" dt="2026-10-06T04:21:30.150" v="2617" actId="20577"/>
          <ac:spMkLst>
            <pc:docMk/>
            <pc:sldMk cId="955340130" sldId="2341"/>
            <ac:spMk id="11" creationId="{A2E1F299-0506-D028-D231-7C29CB84048F}"/>
          </ac:spMkLst>
        </pc:spChg>
        <pc:spChg chg="mod">
          <ac:chgData name="수인 이" userId="a6bf09c0c2b50d42" providerId="LiveId" clId="{929214AC-5129-4C3F-B87C-D728339B2521}" dt="2026-10-06T04:28:41.753" v="2717" actId="20577"/>
          <ac:spMkLst>
            <pc:docMk/>
            <pc:sldMk cId="955340130" sldId="2341"/>
            <ac:spMk id="12" creationId="{569B93D7-D766-9BCD-1F96-1C44FE81B2A6}"/>
          </ac:spMkLst>
        </pc:spChg>
        <pc:spChg chg="add mod">
          <ac:chgData name="수인 이" userId="a6bf09c0c2b50d42" providerId="LiveId" clId="{929214AC-5129-4C3F-B87C-D728339B2521}" dt="2026-10-06T04:53:17.818" v="3786" actId="207"/>
          <ac:spMkLst>
            <pc:docMk/>
            <pc:sldMk cId="955340130" sldId="2341"/>
            <ac:spMk id="13" creationId="{68DB2779-FE32-9D80-86FC-502F0DD0421C}"/>
          </ac:spMkLst>
        </pc:spChg>
        <pc:picChg chg="add mod">
          <ac:chgData name="수인 이" userId="a6bf09c0c2b50d42" providerId="LiveId" clId="{929214AC-5129-4C3F-B87C-D728339B2521}" dt="2026-10-06T04:51:04.283" v="3666" actId="1076"/>
          <ac:picMkLst>
            <pc:docMk/>
            <pc:sldMk cId="955340130" sldId="2341"/>
            <ac:picMk id="3" creationId="{30D7C555-90F4-3BEE-ADAD-4B2C2BCB002D}"/>
          </ac:picMkLst>
        </pc:picChg>
        <pc:picChg chg="del">
          <ac:chgData name="수인 이" userId="a6bf09c0c2b50d42" providerId="LiveId" clId="{929214AC-5129-4C3F-B87C-D728339B2521}" dt="2026-10-06T04:20:35.794" v="2528" actId="478"/>
          <ac:picMkLst>
            <pc:docMk/>
            <pc:sldMk cId="955340130" sldId="2341"/>
            <ac:picMk id="5" creationId="{D82820A2-368C-C8C1-BD28-69FB1C83B12B}"/>
          </ac:picMkLst>
        </pc:picChg>
        <pc:picChg chg="del">
          <ac:chgData name="수인 이" userId="a6bf09c0c2b50d42" providerId="LiveId" clId="{929214AC-5129-4C3F-B87C-D728339B2521}" dt="2026-10-06T04:20:35.417" v="2527" actId="478"/>
          <ac:picMkLst>
            <pc:docMk/>
            <pc:sldMk cId="955340130" sldId="2341"/>
            <ac:picMk id="7" creationId="{459FB0AE-8C78-7073-1F6D-EEB62EB2520A}"/>
          </ac:picMkLst>
        </pc:picChg>
      </pc:sldChg>
      <pc:sldChg chg="del">
        <pc:chgData name="수인 이" userId="a6bf09c0c2b50d42" providerId="LiveId" clId="{929214AC-5129-4C3F-B87C-D728339B2521}" dt="2026-10-06T03:52:26.189" v="688" actId="47"/>
        <pc:sldMkLst>
          <pc:docMk/>
          <pc:sldMk cId="3371522250" sldId="2341"/>
        </pc:sldMkLst>
      </pc:sldChg>
      <pc:sldChg chg="addSp delSp modSp add mod">
        <pc:chgData name="수인 이" userId="a6bf09c0c2b50d42" providerId="LiveId" clId="{929214AC-5129-4C3F-B87C-D728339B2521}" dt="2026-10-06T04:53:37.665" v="3790" actId="1076"/>
        <pc:sldMkLst>
          <pc:docMk/>
          <pc:sldMk cId="3554846870" sldId="2342"/>
        </pc:sldMkLst>
        <pc:spChg chg="add mod">
          <ac:chgData name="수인 이" userId="a6bf09c0c2b50d42" providerId="LiveId" clId="{929214AC-5129-4C3F-B87C-D728339B2521}" dt="2026-10-06T04:43:13.083" v="3597" actId="1076"/>
          <ac:spMkLst>
            <pc:docMk/>
            <pc:sldMk cId="3554846870" sldId="2342"/>
            <ac:spMk id="6" creationId="{E47C75BB-09DE-ECD0-B473-38342FD5868E}"/>
          </ac:spMkLst>
        </pc:spChg>
        <pc:spChg chg="add mod">
          <ac:chgData name="수인 이" userId="a6bf09c0c2b50d42" providerId="LiveId" clId="{929214AC-5129-4C3F-B87C-D728339B2521}" dt="2026-10-06T04:42:31.600" v="3578" actId="14100"/>
          <ac:spMkLst>
            <pc:docMk/>
            <pc:sldMk cId="3554846870" sldId="2342"/>
            <ac:spMk id="7" creationId="{3CA7E3E4-8AA5-0A06-A2D3-814B5BDCC8D9}"/>
          </ac:spMkLst>
        </pc:spChg>
        <pc:spChg chg="add del mod">
          <ac:chgData name="수인 이" userId="a6bf09c0c2b50d42" providerId="LiveId" clId="{929214AC-5129-4C3F-B87C-D728339B2521}" dt="2026-10-06T04:40:50.874" v="3570" actId="478"/>
          <ac:spMkLst>
            <pc:docMk/>
            <pc:sldMk cId="3554846870" sldId="2342"/>
            <ac:spMk id="8" creationId="{8D31BF86-9398-F2ED-D7A5-84ECDFC4E748}"/>
          </ac:spMkLst>
        </pc:spChg>
        <pc:spChg chg="add del mod">
          <ac:chgData name="수인 이" userId="a6bf09c0c2b50d42" providerId="LiveId" clId="{929214AC-5129-4C3F-B87C-D728339B2521}" dt="2026-10-06T04:32:18.089" v="2801" actId="478"/>
          <ac:spMkLst>
            <pc:docMk/>
            <pc:sldMk cId="3554846870" sldId="2342"/>
            <ac:spMk id="9" creationId="{259D4E21-C4B4-00ED-C7B7-01EF4CE54359}"/>
          </ac:spMkLst>
        </pc:spChg>
        <pc:spChg chg="add del mod">
          <ac:chgData name="수인 이" userId="a6bf09c0c2b50d42" providerId="LiveId" clId="{929214AC-5129-4C3F-B87C-D728339B2521}" dt="2026-10-06T04:32:18.412" v="2802" actId="478"/>
          <ac:spMkLst>
            <pc:docMk/>
            <pc:sldMk cId="3554846870" sldId="2342"/>
            <ac:spMk id="10" creationId="{32362B3D-BBED-012F-A80D-AE473B997E71}"/>
          </ac:spMkLst>
        </pc:spChg>
        <pc:spChg chg="mod">
          <ac:chgData name="수인 이" userId="a6bf09c0c2b50d42" providerId="LiveId" clId="{929214AC-5129-4C3F-B87C-D728339B2521}" dt="2026-10-06T04:24:47.839" v="2699" actId="20577"/>
          <ac:spMkLst>
            <pc:docMk/>
            <pc:sldMk cId="3554846870" sldId="2342"/>
            <ac:spMk id="11" creationId="{A2E1F299-0506-D028-D231-7C29CB84048F}"/>
          </ac:spMkLst>
        </pc:spChg>
        <pc:spChg chg="del">
          <ac:chgData name="수인 이" userId="a6bf09c0c2b50d42" providerId="LiveId" clId="{929214AC-5129-4C3F-B87C-D728339B2521}" dt="2026-10-06T04:24:15.156" v="2681" actId="478"/>
          <ac:spMkLst>
            <pc:docMk/>
            <pc:sldMk cId="3554846870" sldId="2342"/>
            <ac:spMk id="12" creationId="{569B93D7-D766-9BCD-1F96-1C44FE81B2A6}"/>
          </ac:spMkLst>
        </pc:spChg>
        <pc:spChg chg="add del mod">
          <ac:chgData name="수인 이" userId="a6bf09c0c2b50d42" providerId="LiveId" clId="{929214AC-5129-4C3F-B87C-D728339B2521}" dt="2026-10-06T04:32:19.315" v="2804" actId="478"/>
          <ac:spMkLst>
            <pc:docMk/>
            <pc:sldMk cId="3554846870" sldId="2342"/>
            <ac:spMk id="13" creationId="{944D08B6-007F-911B-2EF5-6A3C88165820}"/>
          </ac:spMkLst>
        </pc:spChg>
        <pc:spChg chg="add del mod">
          <ac:chgData name="수인 이" userId="a6bf09c0c2b50d42" providerId="LiveId" clId="{929214AC-5129-4C3F-B87C-D728339B2521}" dt="2026-10-06T04:32:18.827" v="2803" actId="478"/>
          <ac:spMkLst>
            <pc:docMk/>
            <pc:sldMk cId="3554846870" sldId="2342"/>
            <ac:spMk id="14" creationId="{73F31DC6-4386-3126-6E69-D098A7A1F834}"/>
          </ac:spMkLst>
        </pc:spChg>
        <pc:spChg chg="add del mod">
          <ac:chgData name="수인 이" userId="a6bf09c0c2b50d42" providerId="LiveId" clId="{929214AC-5129-4C3F-B87C-D728339B2521}" dt="2026-10-06T04:32:20.137" v="2806" actId="478"/>
          <ac:spMkLst>
            <pc:docMk/>
            <pc:sldMk cId="3554846870" sldId="2342"/>
            <ac:spMk id="15" creationId="{E68EB0B5-9577-3FAA-73F7-32C6734826E9}"/>
          </ac:spMkLst>
        </pc:spChg>
        <pc:spChg chg="add mod">
          <ac:chgData name="수인 이" userId="a6bf09c0c2b50d42" providerId="LiveId" clId="{929214AC-5129-4C3F-B87C-D728339B2521}" dt="2026-10-06T04:32:09.550" v="2797"/>
          <ac:spMkLst>
            <pc:docMk/>
            <pc:sldMk cId="3554846870" sldId="2342"/>
            <ac:spMk id="16" creationId="{5E2379D0-6FDC-7460-41C6-3FE2DE1CC14B}"/>
          </ac:spMkLst>
        </pc:spChg>
        <pc:spChg chg="add del mod">
          <ac:chgData name="수인 이" userId="a6bf09c0c2b50d42" providerId="LiveId" clId="{929214AC-5129-4C3F-B87C-D728339B2521}" dt="2026-10-06T04:40:49.863" v="3569" actId="478"/>
          <ac:spMkLst>
            <pc:docMk/>
            <pc:sldMk cId="3554846870" sldId="2342"/>
            <ac:spMk id="17" creationId="{95EEBAB6-0D94-18FB-54CB-794AD5A178B2}"/>
          </ac:spMkLst>
        </pc:spChg>
        <pc:spChg chg="add del mod">
          <ac:chgData name="수인 이" userId="a6bf09c0c2b50d42" providerId="LiveId" clId="{929214AC-5129-4C3F-B87C-D728339B2521}" dt="2026-10-06T04:40:48.540" v="3568" actId="478"/>
          <ac:spMkLst>
            <pc:docMk/>
            <pc:sldMk cId="3554846870" sldId="2342"/>
            <ac:spMk id="18" creationId="{FA2FEC52-5400-034F-656F-77617311922A}"/>
          </ac:spMkLst>
        </pc:spChg>
        <pc:spChg chg="add del mod">
          <ac:chgData name="수인 이" userId="a6bf09c0c2b50d42" providerId="LiveId" clId="{929214AC-5129-4C3F-B87C-D728339B2521}" dt="2026-10-06T04:40:45.817" v="3565" actId="478"/>
          <ac:spMkLst>
            <pc:docMk/>
            <pc:sldMk cId="3554846870" sldId="2342"/>
            <ac:spMk id="19" creationId="{85F4FE06-0A96-F732-0832-866645CDC1BE}"/>
          </ac:spMkLst>
        </pc:spChg>
        <pc:spChg chg="add del mod">
          <ac:chgData name="수인 이" userId="a6bf09c0c2b50d42" providerId="LiveId" clId="{929214AC-5129-4C3F-B87C-D728339B2521}" dt="2026-10-06T04:40:46.522" v="3566" actId="478"/>
          <ac:spMkLst>
            <pc:docMk/>
            <pc:sldMk cId="3554846870" sldId="2342"/>
            <ac:spMk id="20" creationId="{5C286CB8-2AE2-9998-F72A-004444672FC5}"/>
          </ac:spMkLst>
        </pc:spChg>
        <pc:spChg chg="add del mod">
          <ac:chgData name="수인 이" userId="a6bf09c0c2b50d42" providerId="LiveId" clId="{929214AC-5129-4C3F-B87C-D728339B2521}" dt="2026-10-06T04:40:47.461" v="3567" actId="478"/>
          <ac:spMkLst>
            <pc:docMk/>
            <pc:sldMk cId="3554846870" sldId="2342"/>
            <ac:spMk id="21" creationId="{202B09E0-D4EE-DD79-819D-CEA324260D42}"/>
          </ac:spMkLst>
        </pc:spChg>
        <pc:spChg chg="add mod">
          <ac:chgData name="수인 이" userId="a6bf09c0c2b50d42" providerId="LiveId" clId="{929214AC-5129-4C3F-B87C-D728339B2521}" dt="2026-10-06T04:43:10.481" v="3596" actId="1076"/>
          <ac:spMkLst>
            <pc:docMk/>
            <pc:sldMk cId="3554846870" sldId="2342"/>
            <ac:spMk id="22" creationId="{D241AE84-EA41-AF5B-71FD-24157C954844}"/>
          </ac:spMkLst>
        </pc:spChg>
        <pc:spChg chg="add mod">
          <ac:chgData name="수인 이" userId="a6bf09c0c2b50d42" providerId="LiveId" clId="{929214AC-5129-4C3F-B87C-D728339B2521}" dt="2026-10-06T04:43:10.481" v="3596" actId="1076"/>
          <ac:spMkLst>
            <pc:docMk/>
            <pc:sldMk cId="3554846870" sldId="2342"/>
            <ac:spMk id="23" creationId="{734435DF-265E-CF38-C40A-29774CC6F159}"/>
          </ac:spMkLst>
        </pc:spChg>
        <pc:spChg chg="add mod">
          <ac:chgData name="수인 이" userId="a6bf09c0c2b50d42" providerId="LiveId" clId="{929214AC-5129-4C3F-B87C-D728339B2521}" dt="2026-10-06T04:43:10.481" v="3596" actId="1076"/>
          <ac:spMkLst>
            <pc:docMk/>
            <pc:sldMk cId="3554846870" sldId="2342"/>
            <ac:spMk id="24" creationId="{BEC45A53-E5C5-B638-A44D-DAA907A968D8}"/>
          </ac:spMkLst>
        </pc:spChg>
        <pc:spChg chg="add mod">
          <ac:chgData name="수인 이" userId="a6bf09c0c2b50d42" providerId="LiveId" clId="{929214AC-5129-4C3F-B87C-D728339B2521}" dt="2026-10-06T04:43:10.481" v="3596" actId="1076"/>
          <ac:spMkLst>
            <pc:docMk/>
            <pc:sldMk cId="3554846870" sldId="2342"/>
            <ac:spMk id="25" creationId="{8099F01C-6F09-9BE0-DEF6-96D667445FFB}"/>
          </ac:spMkLst>
        </pc:spChg>
        <pc:spChg chg="add mod">
          <ac:chgData name="수인 이" userId="a6bf09c0c2b50d42" providerId="LiveId" clId="{929214AC-5129-4C3F-B87C-D728339B2521}" dt="2026-10-06T04:45:13.316" v="3659" actId="1076"/>
          <ac:spMkLst>
            <pc:docMk/>
            <pc:sldMk cId="3554846870" sldId="2342"/>
            <ac:spMk id="27" creationId="{B5B2D608-2205-1FA3-7BF0-B877156D6C47}"/>
          </ac:spMkLst>
        </pc:spChg>
        <pc:spChg chg="add mod">
          <ac:chgData name="수인 이" userId="a6bf09c0c2b50d42" providerId="LiveId" clId="{929214AC-5129-4C3F-B87C-D728339B2521}" dt="2026-10-06T04:43:16.135" v="3598" actId="1076"/>
          <ac:spMkLst>
            <pc:docMk/>
            <pc:sldMk cId="3554846870" sldId="2342"/>
            <ac:spMk id="32" creationId="{7C9B527B-C5C8-5277-0487-BEDAFE6DC440}"/>
          </ac:spMkLst>
        </pc:spChg>
        <pc:spChg chg="add mod">
          <ac:chgData name="수인 이" userId="a6bf09c0c2b50d42" providerId="LiveId" clId="{929214AC-5129-4C3F-B87C-D728339B2521}" dt="2026-10-06T04:43:39.247" v="3639" actId="1076"/>
          <ac:spMkLst>
            <pc:docMk/>
            <pc:sldMk cId="3554846870" sldId="2342"/>
            <ac:spMk id="34" creationId="{2502AF13-3C54-4FD5-F7D2-A9F65A8BEB01}"/>
          </ac:spMkLst>
        </pc:spChg>
        <pc:spChg chg="add del mod">
          <ac:chgData name="수인 이" userId="a6bf09c0c2b50d42" providerId="LiveId" clId="{929214AC-5129-4C3F-B87C-D728339B2521}" dt="2026-10-06T04:52:07.251" v="3724" actId="478"/>
          <ac:spMkLst>
            <pc:docMk/>
            <pc:sldMk cId="3554846870" sldId="2342"/>
            <ac:spMk id="35" creationId="{8E379BBE-84F4-CC26-E0E3-3F8F2ED09569}"/>
          </ac:spMkLst>
        </pc:spChg>
        <pc:spChg chg="add mod">
          <ac:chgData name="수인 이" userId="a6bf09c0c2b50d42" providerId="LiveId" clId="{929214AC-5129-4C3F-B87C-D728339B2521}" dt="2026-10-06T04:53:25.468" v="3788"/>
          <ac:spMkLst>
            <pc:docMk/>
            <pc:sldMk cId="3554846870" sldId="2342"/>
            <ac:spMk id="37" creationId="{F9F29452-F9A0-FD3F-38C4-A11AA32F5360}"/>
          </ac:spMkLst>
        </pc:spChg>
        <pc:picChg chg="del">
          <ac:chgData name="수인 이" userId="a6bf09c0c2b50d42" providerId="LiveId" clId="{929214AC-5129-4C3F-B87C-D728339B2521}" dt="2026-10-06T04:24:14.284" v="2680" actId="478"/>
          <ac:picMkLst>
            <pc:docMk/>
            <pc:sldMk cId="3554846870" sldId="2342"/>
            <ac:picMk id="3" creationId="{30D7C555-90F4-3BEE-ADAD-4B2C2BCB002D}"/>
          </ac:picMkLst>
        </pc:picChg>
        <pc:picChg chg="add mod modCrop">
          <ac:chgData name="수인 이" userId="a6bf09c0c2b50d42" providerId="LiveId" clId="{929214AC-5129-4C3F-B87C-D728339B2521}" dt="2026-10-06T04:43:03.207" v="3594" actId="1076"/>
          <ac:picMkLst>
            <pc:docMk/>
            <pc:sldMk cId="3554846870" sldId="2342"/>
            <ac:picMk id="4" creationId="{E8B38866-D867-8ABC-A27A-44512C8271BA}"/>
          </ac:picMkLst>
        </pc:picChg>
        <pc:picChg chg="add del mod modCrop">
          <ac:chgData name="수인 이" userId="a6bf09c0c2b50d42" providerId="LiveId" clId="{929214AC-5129-4C3F-B87C-D728339B2521}" dt="2026-10-06T04:53:37.665" v="3790" actId="1076"/>
          <ac:picMkLst>
            <pc:docMk/>
            <pc:sldMk cId="3554846870" sldId="2342"/>
            <ac:picMk id="5" creationId="{CC782AC1-0EDB-E466-CFB3-7AE314AF4A36}"/>
          </ac:picMkLst>
        </pc:picChg>
        <pc:cxnChg chg="add mod">
          <ac:chgData name="수인 이" userId="a6bf09c0c2b50d42" providerId="LiveId" clId="{929214AC-5129-4C3F-B87C-D728339B2521}" dt="2026-10-06T04:44:07.952" v="3645" actId="693"/>
          <ac:cxnSpMkLst>
            <pc:docMk/>
            <pc:sldMk cId="3554846870" sldId="2342"/>
            <ac:cxnSpMk id="29" creationId="{9AE2F745-C27F-F3FA-DFA0-65DEF62493AD}"/>
          </ac:cxnSpMkLst>
        </pc:cxnChg>
      </pc:sldChg>
      <pc:sldChg chg="del">
        <pc:chgData name="수인 이" userId="a6bf09c0c2b50d42" providerId="LiveId" clId="{929214AC-5129-4C3F-B87C-D728339B2521}" dt="2026-10-06T03:52:26.353" v="689" actId="47"/>
        <pc:sldMkLst>
          <pc:docMk/>
          <pc:sldMk cId="3880257422" sldId="2344"/>
        </pc:sldMkLst>
      </pc:sldChg>
      <pc:sldChg chg="del">
        <pc:chgData name="수인 이" userId="a6bf09c0c2b50d42" providerId="LiveId" clId="{929214AC-5129-4C3F-B87C-D728339B2521}" dt="2026-10-06T03:52:26.518" v="690" actId="47"/>
        <pc:sldMkLst>
          <pc:docMk/>
          <pc:sldMk cId="1247722414" sldId="2345"/>
        </pc:sldMkLst>
      </pc:sldChg>
      <pc:sldChg chg="del">
        <pc:chgData name="수인 이" userId="a6bf09c0c2b50d42" providerId="LiveId" clId="{929214AC-5129-4C3F-B87C-D728339B2521}" dt="2026-10-06T03:52:26.684" v="691" actId="47"/>
        <pc:sldMkLst>
          <pc:docMk/>
          <pc:sldMk cId="1939304859" sldId="2346"/>
        </pc:sldMkLst>
      </pc:sldChg>
      <pc:sldChg chg="del">
        <pc:chgData name="수인 이" userId="a6bf09c0c2b50d42" providerId="LiveId" clId="{929214AC-5129-4C3F-B87C-D728339B2521}" dt="2026-10-06T03:52:26.832" v="692" actId="47"/>
        <pc:sldMkLst>
          <pc:docMk/>
          <pc:sldMk cId="2975916433" sldId="2347"/>
        </pc:sldMkLst>
      </pc:sldChg>
      <pc:sldChg chg="del">
        <pc:chgData name="수인 이" userId="a6bf09c0c2b50d42" providerId="LiveId" clId="{929214AC-5129-4C3F-B87C-D728339B2521}" dt="2026-10-06T03:52:26.959" v="693" actId="47"/>
        <pc:sldMkLst>
          <pc:docMk/>
          <pc:sldMk cId="1579151636" sldId="2348"/>
        </pc:sldMkLst>
      </pc:sldChg>
      <pc:sldChg chg="del">
        <pc:chgData name="수인 이" userId="a6bf09c0c2b50d42" providerId="LiveId" clId="{929214AC-5129-4C3F-B87C-D728339B2521}" dt="2026-10-06T03:52:27.129" v="694" actId="47"/>
        <pc:sldMkLst>
          <pc:docMk/>
          <pc:sldMk cId="3868493540" sldId="2349"/>
        </pc:sldMkLst>
      </pc:sldChg>
      <pc:sldChg chg="del">
        <pc:chgData name="수인 이" userId="a6bf09c0c2b50d42" providerId="LiveId" clId="{929214AC-5129-4C3F-B87C-D728339B2521}" dt="2026-10-06T03:52:27.290" v="695" actId="47"/>
        <pc:sldMkLst>
          <pc:docMk/>
          <pc:sldMk cId="354196976" sldId="2350"/>
        </pc:sldMkLst>
      </pc:sldChg>
      <pc:sldChg chg="del">
        <pc:chgData name="수인 이" userId="a6bf09c0c2b50d42" providerId="LiveId" clId="{929214AC-5129-4C3F-B87C-D728339B2521}" dt="2026-10-06T03:52:27.734" v="698" actId="47"/>
        <pc:sldMkLst>
          <pc:docMk/>
          <pc:sldMk cId="2486656215" sldId="2351"/>
        </pc:sldMkLst>
      </pc:sldChg>
      <pc:sldChg chg="del">
        <pc:chgData name="수인 이" userId="a6bf09c0c2b50d42" providerId="LiveId" clId="{929214AC-5129-4C3F-B87C-D728339B2521}" dt="2026-10-06T03:52:27.423" v="696" actId="47"/>
        <pc:sldMkLst>
          <pc:docMk/>
          <pc:sldMk cId="3328801118" sldId="2352"/>
        </pc:sldMkLst>
      </pc:sldChg>
      <pc:sldChg chg="del">
        <pc:chgData name="수인 이" userId="a6bf09c0c2b50d42" providerId="LiveId" clId="{929214AC-5129-4C3F-B87C-D728339B2521}" dt="2026-10-06T03:52:27.599" v="697" actId="47"/>
        <pc:sldMkLst>
          <pc:docMk/>
          <pc:sldMk cId="1116640297" sldId="2353"/>
        </pc:sldMkLst>
      </pc:sldChg>
      <pc:sldChg chg="del">
        <pc:chgData name="수인 이" userId="a6bf09c0c2b50d42" providerId="LiveId" clId="{929214AC-5129-4C3F-B87C-D728339B2521}" dt="2026-10-06T03:52:27.888" v="699" actId="47"/>
        <pc:sldMkLst>
          <pc:docMk/>
          <pc:sldMk cId="1593549647" sldId="2354"/>
        </pc:sldMkLst>
      </pc:sldChg>
      <pc:sldChg chg="del">
        <pc:chgData name="수인 이" userId="a6bf09c0c2b50d42" providerId="LiveId" clId="{929214AC-5129-4C3F-B87C-D728339B2521}" dt="2026-10-06T03:52:28.060" v="700" actId="47"/>
        <pc:sldMkLst>
          <pc:docMk/>
          <pc:sldMk cId="3602389333" sldId="2355"/>
        </pc:sldMkLst>
      </pc:sldChg>
      <pc:sldChg chg="del">
        <pc:chgData name="수인 이" userId="a6bf09c0c2b50d42" providerId="LiveId" clId="{929214AC-5129-4C3F-B87C-D728339B2521}" dt="2026-10-06T03:52:28.246" v="701" actId="47"/>
        <pc:sldMkLst>
          <pc:docMk/>
          <pc:sldMk cId="4186702702" sldId="2356"/>
        </pc:sldMkLst>
      </pc:sldChg>
      <pc:sldChg chg="del">
        <pc:chgData name="수인 이" userId="a6bf09c0c2b50d42" providerId="LiveId" clId="{929214AC-5129-4C3F-B87C-D728339B2521}" dt="2026-10-06T03:52:30.865" v="702" actId="47"/>
        <pc:sldMkLst>
          <pc:docMk/>
          <pc:sldMk cId="1413089713" sldId="2357"/>
        </pc:sldMkLst>
      </pc:sldChg>
      <pc:sldChg chg="del">
        <pc:chgData name="수인 이" userId="a6bf09c0c2b50d42" providerId="LiveId" clId="{929214AC-5129-4C3F-B87C-D728339B2521}" dt="2026-10-06T03:52:31.088" v="703" actId="47"/>
        <pc:sldMkLst>
          <pc:docMk/>
          <pc:sldMk cId="2247170552" sldId="2358"/>
        </pc:sldMkLst>
      </pc:sldChg>
      <pc:sldChg chg="del">
        <pc:chgData name="수인 이" userId="a6bf09c0c2b50d42" providerId="LiveId" clId="{929214AC-5129-4C3F-B87C-D728339B2521}" dt="2026-10-06T03:52:31.568" v="706" actId="47"/>
        <pc:sldMkLst>
          <pc:docMk/>
          <pc:sldMk cId="3789875943" sldId="2359"/>
        </pc:sldMkLst>
      </pc:sldChg>
      <pc:sldChg chg="del">
        <pc:chgData name="수인 이" userId="a6bf09c0c2b50d42" providerId="LiveId" clId="{929214AC-5129-4C3F-B87C-D728339B2521}" dt="2026-10-06T03:52:31.744" v="707" actId="47"/>
        <pc:sldMkLst>
          <pc:docMk/>
          <pc:sldMk cId="1909398756" sldId="2360"/>
        </pc:sldMkLst>
      </pc:sldChg>
      <pc:sldChg chg="del">
        <pc:chgData name="수인 이" userId="a6bf09c0c2b50d42" providerId="LiveId" clId="{929214AC-5129-4C3F-B87C-D728339B2521}" dt="2026-10-06T03:52:31.219" v="704" actId="47"/>
        <pc:sldMkLst>
          <pc:docMk/>
          <pc:sldMk cId="2250187866" sldId="2361"/>
        </pc:sldMkLst>
      </pc:sldChg>
      <pc:sldChg chg="del">
        <pc:chgData name="수인 이" userId="a6bf09c0c2b50d42" providerId="LiveId" clId="{929214AC-5129-4C3F-B87C-D728339B2521}" dt="2026-10-06T03:52:31.395" v="705" actId="47"/>
        <pc:sldMkLst>
          <pc:docMk/>
          <pc:sldMk cId="3906581441" sldId="2362"/>
        </pc:sldMkLst>
      </pc:sldChg>
      <pc:sldChg chg="del">
        <pc:chgData name="수인 이" userId="a6bf09c0c2b50d42" providerId="LiveId" clId="{929214AC-5129-4C3F-B87C-D728339B2521}" dt="2026-10-06T03:52:31.903" v="708" actId="47"/>
        <pc:sldMkLst>
          <pc:docMk/>
          <pc:sldMk cId="3809764455" sldId="2363"/>
        </pc:sldMkLst>
      </pc:sldChg>
      <pc:sldChg chg="del">
        <pc:chgData name="수인 이" userId="a6bf09c0c2b50d42" providerId="LiveId" clId="{929214AC-5129-4C3F-B87C-D728339B2521}" dt="2026-10-06T03:52:32.070" v="709" actId="47"/>
        <pc:sldMkLst>
          <pc:docMk/>
          <pc:sldMk cId="3794613944" sldId="2364"/>
        </pc:sldMkLst>
      </pc:sldChg>
      <pc:sldChg chg="del">
        <pc:chgData name="수인 이" userId="a6bf09c0c2b50d42" providerId="LiveId" clId="{929214AC-5129-4C3F-B87C-D728339B2521}" dt="2026-10-06T03:52:33.393" v="711" actId="47"/>
        <pc:sldMkLst>
          <pc:docMk/>
          <pc:sldMk cId="4054683125" sldId="2365"/>
        </pc:sldMkLst>
      </pc:sldChg>
      <pc:sldChg chg="del">
        <pc:chgData name="수인 이" userId="a6bf09c0c2b50d42" providerId="LiveId" clId="{929214AC-5129-4C3F-B87C-D728339B2521}" dt="2026-10-06T03:52:32.238" v="710" actId="47"/>
        <pc:sldMkLst>
          <pc:docMk/>
          <pc:sldMk cId="4287692692" sldId="2366"/>
        </pc:sldMkLst>
      </pc:sldChg>
      <pc:sldChg chg="del">
        <pc:chgData name="수인 이" userId="a6bf09c0c2b50d42" providerId="LiveId" clId="{929214AC-5129-4C3F-B87C-D728339B2521}" dt="2026-10-06T03:52:26.019" v="687" actId="47"/>
        <pc:sldMkLst>
          <pc:docMk/>
          <pc:sldMk cId="798820841" sldId="236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36:44.0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4135 1381 24575,'-25'0'0,"-15"0"0,-30 0 0,19 0 0,-3 0 0,-11 0 0,-4 0 0,-8 4 0,-2 1 0,-8 3 0,0 2 0,-2 4 0,0 1 0,-1 3 0,1-1 0,0-1 0,1 0 0,3-1 0,1 0 0,5-3 0,3 0 0,4 0 0,1 0 0,7-1 0,1 0 0,3-3 0,1 0 0,-1-3 0,1 0 0,2-3 0,0 0 0,2-2 0,-1 0 0,1 0 0,0 0 0,-1 0 0,-1 0 0,-2 0 0,0 0 0,-1 0 0,0 0 0,0 0 0,0 0 0,1 0 0,-1 0 0,0 0 0,1 0 0,3 0 0,1 0 0,3 0 0,1-1 0,0-4 0,1-1 0,-45-12 0,46 6 0,1-3 0,-42-19 0,6-1 0,8-3 0,12 1 0,14 3 0,14 0 0,7 0 0,9-4 0,2 0 0,4-4 0,5-2 0,2 0 0,1 1 0,1 1 0,1 2 0,3 2 0,1 1 0,0 5 0,2 2 0,9 2 0,8 0 0,8 0 0,9-4 0,6-1 0,6 2 0,10 0 0,14-7 0,12-7 0,-32 17 0,0-1 0,4-1 0,0-2 0,0 1 0,1-1 0,-2 3 0,1 0 0,-4 3 0,1 1 0,-1 1 0,0 2 0,-3 3 0,0 1 0,-1 0 0,1 1 0,47-8 0,-47 14 0,1 2 0,3-1 0,1 1 0,2 1 0,2 0 0,5-2 0,3-1 0,3 2 0,1 0 0,6 0 0,1 1 0,1 1 0,2 1 0,-1 2 0,1 2 0,-1-1 0,-1 1 0,-4 2 0,0 0 0,-4 0 0,0 0 0,-3 0 0,-1 0 0,-2 0 0,-2 0 0,-1 2 0,-3 3 0,-3 2 0,-1 2 0,40 19 0,-7 8 0,-12 2 0,-8 3 0,-4 3 0,-6 2 0,-4 4 0,-3-2 0,-5-1 0,-5 0 0,-2-3 0,-5-1 0,-2 0 0,-1 2 0,-4 1 0,-4 5 0,-5 2 0,-7 1 0,-6-4 0,-3-8 0,-1 0 0,0-3 0,0-2 0,0 0 0,0-5 0,0 0 0,0 0 0,0-4 0,0-1 0,-5-6 0,-3-2 0,-8-1 0,-4-4 0,-3 0 0,0-6 0,0-4 0,-1-3 0,1-1 0,-4 0 0,-7 0 0,-4 0 0,1 0 0,15 0 0,9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38:54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24575,'0'-4'0,"0"1"0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38:40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45F80-1DED-43EA-89D0-B0DA0110AE8A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3F8AB-AEDA-403F-992B-297120F92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22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B566A-9848-8B88-2580-A1ACDECEE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CC3CE6-9285-2672-2BCA-BEB97ABBD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86239C-5563-AFCA-231D-A91240268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BA5FFD-A6D0-F83A-B3D3-99D127856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309E3-73B0-4735-B12D-CA0936C4365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351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68116-F8D1-DBE4-4C87-909F82CB5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4DB189-F62E-D88E-2B37-DD44FDD83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62053-D3E4-748E-8E39-BFA2CF9D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7807-07D0-463C-8420-C8DD24D62C74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93A161-3F90-3463-A48E-15F5DBCA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B02BB5-7505-4704-B799-118F6CA7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0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9FF20E-8DCA-F8DF-7D9E-FEA513EF1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1F9376-3E31-A1D6-A4C2-9148793DA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40219F-5771-7809-385F-5B5483D5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7807-07D0-463C-8420-C8DD24D62C74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46BF73-8CF0-10FA-5844-D7A9AC59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EC4BB-B2BC-BB6C-3DAC-8463BDA71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1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2E329-3F4A-9A01-3006-B5A6C66B2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210036-A3C7-32BD-C1BC-BB0DC3963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E0B216-5587-CD65-D55C-8F76A4267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7807-07D0-463C-8420-C8DD24D62C74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91F38D-2D60-F0BD-C0A3-102ADB83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DE5C68-1D5F-7077-C2FC-0BBA211B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8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E71F3E-9E66-7C9B-7984-D412A293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6F6881-C64A-F2BB-BE57-C75523DCA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971D2F-14E7-58E2-8EED-AF91C91A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39F4BE-5B13-CBD2-27FD-C43B76D30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7807-07D0-463C-8420-C8DD24D62C74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8B82BE-5754-7CEB-70DC-6DC59F749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F50BC9-85FA-22E3-725C-CC3F3407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88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0CBA4-B2BB-CC23-8704-DB5FB7445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BFCF72-48E0-ABCD-0B31-1A469D96E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BB4E49-468E-A78A-92BE-4A35560B2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EAEEBB-8B18-0B66-404D-6A13301E6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B5E917-588B-0DA5-2BB5-6F69172432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00FBCA-5D69-184B-6D37-045C4AD7C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7807-07D0-463C-8420-C8DD24D62C74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FB042D-2C81-B1DD-8AB0-9DAA73C1D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BE05B0-96FF-BB9D-EBC6-F146D5E6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44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97418-C65B-5D18-F58F-76C791488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7CFB69-9888-EF07-CF91-A3EE4E55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7807-07D0-463C-8420-C8DD24D62C74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F744D4-9579-3A91-9A89-904A7244B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715471-5FE0-8D07-015A-231359E43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05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445E2-6CD8-617A-B5D6-B6FE99F7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7807-07D0-463C-8420-C8DD24D62C74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304EE2-029B-269E-C65E-D456C784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E6EF0-EE95-B5DA-4E08-182E18FA4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08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097E5-ED60-214B-5733-3E8A3CA76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B4B5A0-D2C4-4BEF-4406-F81ED983D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D33062-81C1-3178-1D4A-56EF395BC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83C05C-E271-6A16-8B11-70617540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7807-07D0-463C-8420-C8DD24D62C74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B5C832-F5F6-541C-EF26-87667273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C1296A-D9C5-9D04-3457-D3E1B6642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801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40E24-7834-7C93-6C5D-9CDF963EE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43E2B2-AA98-94AB-4F87-7127439E90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C29F1C-F25F-6112-9B0D-583EB960C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269ED0-DE6F-0007-CFC4-775FE8B78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7807-07D0-463C-8420-C8DD24D62C74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08A9FC-74BF-81A3-B82A-BE1A0F039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83A4C9-979D-897D-8217-F39F4B8B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509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3957F-ED92-7500-ED97-98900014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60808F-5A78-9DB4-CEAF-9744683C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9D0F36-7223-99D5-50E1-FB51C36DF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7807-07D0-463C-8420-C8DD24D62C74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714BAE-FEFB-0A1C-87F2-96E6702D6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16E71D-8EE4-121D-F1FB-11360774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21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9B29AA-B865-F28B-510B-B43A9DCBE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989C28-FE77-3D68-B828-10966B542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F5B9BD-5741-4C42-A421-F5643242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7807-07D0-463C-8420-C8DD24D62C74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28D26-35EF-590C-F903-4C5669B6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22A42D-1C43-EF2D-AA12-5417A104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59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8C8493-1567-5F9B-B49B-A2935C3FE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9785C2-71F0-3D16-2B0A-E78DAB604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771E1F-CB16-CBC8-ECDD-455B41C99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37807-07D0-463C-8420-C8DD24D62C74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887F15-1E94-5B57-6C1E-4C859C386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DA6D61-1FE0-D401-7521-3B05E29D8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549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19.png"/><Relationship Id="rId4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customXml" Target="../ink/ink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C3A8D-9C09-6585-497D-DF1691247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0CC05B-145B-5779-4F84-74C0EFBCAA56}"/>
              </a:ext>
            </a:extLst>
          </p:cNvPr>
          <p:cNvSpPr/>
          <p:nvPr/>
        </p:nvSpPr>
        <p:spPr>
          <a:xfrm>
            <a:off x="0" y="0"/>
            <a:ext cx="10261394" cy="6858000"/>
          </a:xfrm>
          <a:prstGeom prst="rect">
            <a:avLst/>
          </a:prstGeom>
          <a:solidFill>
            <a:srgbClr val="E0E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A949C831-487A-55F8-9487-A95C7A100A0F}"/>
              </a:ext>
            </a:extLst>
          </p:cNvPr>
          <p:cNvSpPr/>
          <p:nvPr/>
        </p:nvSpPr>
        <p:spPr>
          <a:xfrm rot="10800000">
            <a:off x="787603" y="4401387"/>
            <a:ext cx="1550337" cy="2438100"/>
          </a:xfrm>
          <a:prstGeom prst="triangle">
            <a:avLst>
              <a:gd name="adj" fmla="val 0"/>
            </a:avLst>
          </a:prstGeom>
          <a:solidFill>
            <a:srgbClr val="D4E1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850F336F-B1F1-1DAE-2EC3-EF2D92B09F63}"/>
              </a:ext>
            </a:extLst>
          </p:cNvPr>
          <p:cNvSpPr/>
          <p:nvPr/>
        </p:nvSpPr>
        <p:spPr>
          <a:xfrm rot="16200000">
            <a:off x="9992099" y="264867"/>
            <a:ext cx="1668300" cy="1138570"/>
          </a:xfrm>
          <a:prstGeom prst="triangle">
            <a:avLst>
              <a:gd name="adj" fmla="val 99954"/>
            </a:avLst>
          </a:prstGeom>
          <a:solidFill>
            <a:srgbClr val="EEF1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A59F65-60E4-8FC5-4940-EEC8A09198C3}"/>
              </a:ext>
            </a:extLst>
          </p:cNvPr>
          <p:cNvSpPr/>
          <p:nvPr/>
        </p:nvSpPr>
        <p:spPr>
          <a:xfrm>
            <a:off x="2337941" y="4419898"/>
            <a:ext cx="8639417" cy="2438101"/>
          </a:xfrm>
          <a:prstGeom prst="rect">
            <a:avLst/>
          </a:prstGeom>
          <a:solidFill>
            <a:srgbClr val="D4E1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BC3DB3-8E1F-2328-48C2-53839C35B3CD}"/>
              </a:ext>
            </a:extLst>
          </p:cNvPr>
          <p:cNvSpPr/>
          <p:nvPr/>
        </p:nvSpPr>
        <p:spPr>
          <a:xfrm>
            <a:off x="10977358" y="1"/>
            <a:ext cx="1210212" cy="4564424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예술, 디자인, 보석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DBF367-47CA-F224-DE1C-C967EB8B4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718" y="4419900"/>
            <a:ext cx="2429282" cy="2438100"/>
          </a:xfrm>
          <a:prstGeom prst="rect">
            <a:avLst/>
          </a:prstGeom>
        </p:spPr>
      </p:pic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92222CB7-7D05-FA9D-ACAD-80780EE98E98}"/>
              </a:ext>
            </a:extLst>
          </p:cNvPr>
          <p:cNvSpPr/>
          <p:nvPr/>
        </p:nvSpPr>
        <p:spPr>
          <a:xfrm>
            <a:off x="0" y="5439342"/>
            <a:ext cx="12197972" cy="1418658"/>
          </a:xfrm>
          <a:custGeom>
            <a:avLst/>
            <a:gdLst>
              <a:gd name="connsiteX0" fmla="*/ 337019 w 12192000"/>
              <a:gd name="connsiteY0" fmla="*/ 0 h 1418659"/>
              <a:gd name="connsiteX1" fmla="*/ 11854981 w 12192000"/>
              <a:gd name="connsiteY1" fmla="*/ 0 h 1418659"/>
              <a:gd name="connsiteX2" fmla="*/ 12192000 w 12192000"/>
              <a:gd name="connsiteY2" fmla="*/ 337019 h 1418659"/>
              <a:gd name="connsiteX3" fmla="*/ 12192000 w 12192000"/>
              <a:gd name="connsiteY3" fmla="*/ 1418659 h 1418659"/>
              <a:gd name="connsiteX4" fmla="*/ 0 w 12192000"/>
              <a:gd name="connsiteY4" fmla="*/ 1418659 h 1418659"/>
              <a:gd name="connsiteX5" fmla="*/ 0 w 12192000"/>
              <a:gd name="connsiteY5" fmla="*/ 337019 h 1418659"/>
              <a:gd name="connsiteX6" fmla="*/ 337019 w 12192000"/>
              <a:gd name="connsiteY6" fmla="*/ 0 h 1418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418659">
                <a:moveTo>
                  <a:pt x="337019" y="0"/>
                </a:moveTo>
                <a:lnTo>
                  <a:pt x="11854981" y="0"/>
                </a:lnTo>
                <a:cubicBezTo>
                  <a:pt x="12041111" y="0"/>
                  <a:pt x="12192000" y="150889"/>
                  <a:pt x="12192000" y="337019"/>
                </a:cubicBezTo>
                <a:lnTo>
                  <a:pt x="12192000" y="1418659"/>
                </a:lnTo>
                <a:lnTo>
                  <a:pt x="0" y="1418659"/>
                </a:lnTo>
                <a:lnTo>
                  <a:pt x="0" y="337019"/>
                </a:lnTo>
                <a:cubicBezTo>
                  <a:pt x="0" y="150889"/>
                  <a:pt x="150889" y="0"/>
                  <a:pt x="337019" y="0"/>
                </a:cubicBezTo>
                <a:close/>
              </a:path>
            </a:pathLst>
          </a:custGeom>
          <a:solidFill>
            <a:schemeClr val="accent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9A6716-C8C0-4746-F01B-34B7E76A7297}"/>
              </a:ext>
            </a:extLst>
          </p:cNvPr>
          <p:cNvSpPr txBox="1"/>
          <p:nvPr/>
        </p:nvSpPr>
        <p:spPr>
          <a:xfrm>
            <a:off x="3323250" y="6088199"/>
            <a:ext cx="242931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3 Light" pitchFamily="2" charset="-127"/>
                <a:ea typeface="프리젠테이션 3 Light" pitchFamily="2" charset="-127"/>
                <a:cs typeface="Pretendard Black" panose="02000A03000000020004" pitchFamily="50" charset="-127"/>
              </a:rPr>
              <a:t>Data-Driven Service Inovation Lab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8FBCAA0-7D36-2778-5D51-09A5E2DC0B5B}"/>
              </a:ext>
            </a:extLst>
          </p:cNvPr>
          <p:cNvCxnSpPr>
            <a:cxnSpLocks/>
          </p:cNvCxnSpPr>
          <p:nvPr/>
        </p:nvCxnSpPr>
        <p:spPr>
          <a:xfrm>
            <a:off x="3059879" y="6104952"/>
            <a:ext cx="0" cy="181939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7B2EFD-FD05-68D6-D824-C942FB7CE73E}"/>
              </a:ext>
            </a:extLst>
          </p:cNvPr>
          <p:cNvSpPr txBox="1"/>
          <p:nvPr/>
        </p:nvSpPr>
        <p:spPr>
          <a:xfrm>
            <a:off x="9351556" y="6088199"/>
            <a:ext cx="20050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4 Regular" pitchFamily="2" charset="-127"/>
                <a:ea typeface="프리젠테이션 4 Regular" pitchFamily="2" charset="-127"/>
                <a:cs typeface="Pretendard Black" panose="02000A03000000020004" pitchFamily="50" charset="-127"/>
              </a:rPr>
              <a:t>2026. 10. 06. </a:t>
            </a:r>
            <a:r>
              <a:rPr lang="ko-KR" altLang="en-US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4 Regular" pitchFamily="2" charset="-127"/>
                <a:ea typeface="프리젠테이션 4 Regular" pitchFamily="2" charset="-127"/>
                <a:cs typeface="Pretendard Black" panose="02000A03000000020004" pitchFamily="50" charset="-127"/>
              </a:rPr>
              <a:t>스터디 </a:t>
            </a:r>
            <a:r>
              <a:rPr lang="en-US" altLang="ko-KR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4 Regular" pitchFamily="2" charset="-127"/>
                <a:ea typeface="프리젠테이션 4 Regular" pitchFamily="2" charset="-127"/>
                <a:cs typeface="Pretendard Black" panose="02000A03000000020004" pitchFamily="50" charset="-127"/>
              </a:rPr>
              <a:t>2</a:t>
            </a:r>
            <a:r>
              <a:rPr lang="ko-KR" altLang="en-US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4 Regular" pitchFamily="2" charset="-127"/>
                <a:ea typeface="프리젠테이션 4 Regular" pitchFamily="2" charset="-127"/>
                <a:cs typeface="Pretendard Black" panose="02000A03000000020004" pitchFamily="50" charset="-127"/>
              </a:rPr>
              <a:t>주차</a:t>
            </a:r>
            <a:endParaRPr lang="en-US" altLang="ko-KR" sz="1400" b="1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D56"/>
              </a:solidFill>
              <a:latin typeface="프리젠테이션 4 Regular" pitchFamily="2" charset="-127"/>
              <a:ea typeface="프리젠테이션 4 Regular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B821B41-E085-DB04-3090-7B628587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BF89-CFC7-4707-A2D1-00F3D2F7C049}" type="slidenum">
              <a:rPr lang="ko-KR" altLang="en-US" smtClean="0"/>
              <a:t>1</a:t>
            </a:fld>
            <a:r>
              <a:rPr lang="en-US" altLang="ko-KR"/>
              <a:t> /45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4463D-B255-10AF-B882-F88169AF9EFD}"/>
              </a:ext>
            </a:extLst>
          </p:cNvPr>
          <p:cNvSpPr txBox="1"/>
          <p:nvPr/>
        </p:nvSpPr>
        <p:spPr>
          <a:xfrm>
            <a:off x="584087" y="6088199"/>
            <a:ext cx="21550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3 Light" pitchFamily="2" charset="-127"/>
                <a:ea typeface="프리젠테이션 3 Light" pitchFamily="2" charset="-127"/>
                <a:cs typeface="Pretendard Black" panose="02000A03000000020004" pitchFamily="50" charset="-127"/>
              </a:rPr>
              <a:t>Dept. of Industrial Engineering</a:t>
            </a:r>
          </a:p>
        </p:txBody>
      </p:sp>
      <p:pic>
        <p:nvPicPr>
          <p:cNvPr id="1026" name="Picture 2" descr="정장 - 대학상징 - 대학소개 - 서울대학교">
            <a:extLst>
              <a:ext uri="{FF2B5EF4-FFF2-40B4-BE49-F238E27FC236}">
                <a16:creationId xmlns:a16="http://schemas.microsoft.com/office/drawing/2014/main" id="{6D57952A-92B2-B3B8-5FB8-985B66D99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29" y="241246"/>
            <a:ext cx="758960" cy="78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7D9E3205-01FD-53D1-EA07-0F48136B9718}"/>
              </a:ext>
            </a:extLst>
          </p:cNvPr>
          <p:cNvSpPr/>
          <p:nvPr/>
        </p:nvSpPr>
        <p:spPr>
          <a:xfrm rot="5400000">
            <a:off x="9996529" y="264867"/>
            <a:ext cx="1668300" cy="1138570"/>
          </a:xfrm>
          <a:prstGeom prst="triangle">
            <a:avLst>
              <a:gd name="adj" fmla="val 99954"/>
            </a:avLst>
          </a:prstGeom>
          <a:solidFill>
            <a:srgbClr val="E0E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BC6C56-5CFA-921E-083C-1E18B7F61022}"/>
              </a:ext>
            </a:extLst>
          </p:cNvPr>
          <p:cNvSpPr/>
          <p:nvPr/>
        </p:nvSpPr>
        <p:spPr>
          <a:xfrm>
            <a:off x="10256474" y="1668302"/>
            <a:ext cx="720884" cy="2751595"/>
          </a:xfrm>
          <a:prstGeom prst="rect">
            <a:avLst/>
          </a:prstGeom>
          <a:solidFill>
            <a:srgbClr val="E0E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1C401B-F1D0-2C22-B38A-BCB7FBE78BD5}"/>
              </a:ext>
            </a:extLst>
          </p:cNvPr>
          <p:cNvSpPr/>
          <p:nvPr/>
        </p:nvSpPr>
        <p:spPr>
          <a:xfrm>
            <a:off x="10972438" y="1668302"/>
            <a:ext cx="431956" cy="2751595"/>
          </a:xfrm>
          <a:prstGeom prst="rect">
            <a:avLst/>
          </a:prstGeom>
          <a:gradFill flip="none" rotWithShape="1">
            <a:gsLst>
              <a:gs pos="0">
                <a:srgbClr val="E6EEF1"/>
              </a:gs>
              <a:gs pos="100000">
                <a:srgbClr val="E0E9EE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CFE474-8452-EFBC-39F3-0D13533C2BF3}"/>
              </a:ext>
            </a:extLst>
          </p:cNvPr>
          <p:cNvSpPr/>
          <p:nvPr/>
        </p:nvSpPr>
        <p:spPr>
          <a:xfrm>
            <a:off x="787606" y="1668299"/>
            <a:ext cx="10612358" cy="2751601"/>
          </a:xfrm>
          <a:prstGeom prst="rect">
            <a:avLst/>
          </a:prstGeom>
          <a:solidFill>
            <a:srgbClr val="1A2D5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F83CC0C-6654-E3CA-B699-1950729EFE04}"/>
              </a:ext>
            </a:extLst>
          </p:cNvPr>
          <p:cNvCxnSpPr>
            <a:cxnSpLocks/>
          </p:cNvCxnSpPr>
          <p:nvPr/>
        </p:nvCxnSpPr>
        <p:spPr>
          <a:xfrm>
            <a:off x="3663298" y="3812511"/>
            <a:ext cx="4787759" cy="0"/>
          </a:xfrm>
          <a:prstGeom prst="line">
            <a:avLst/>
          </a:prstGeom>
          <a:solidFill>
            <a:srgbClr val="033561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4FE53C-3A7A-EBF3-5163-EC0A42B89CC6}"/>
              </a:ext>
            </a:extLst>
          </p:cNvPr>
          <p:cNvSpPr txBox="1"/>
          <p:nvPr/>
        </p:nvSpPr>
        <p:spPr>
          <a:xfrm>
            <a:off x="3154304" y="2493923"/>
            <a:ext cx="5805757" cy="12311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4000" spc="-3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프리젠테이션 8 ExtraBold" pitchFamily="2" charset="-127"/>
                <a:ea typeface="프리젠테이션 8 ExtraBold" pitchFamily="2" charset="-127"/>
              </a:rPr>
              <a:t>Agentic AI Study For DDSI Lab:</a:t>
            </a:r>
          </a:p>
          <a:p>
            <a:pPr algn="ctr"/>
            <a:r>
              <a:rPr lang="en-US" altLang="ko-KR" sz="4000" spc="-3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프리젠테이션 8 ExtraBold" pitchFamily="2" charset="-127"/>
                <a:ea typeface="프리젠테이션 8 ExtraBold" pitchFamily="2" charset="-127"/>
              </a:rPr>
              <a:t>Context Engineering</a:t>
            </a:r>
          </a:p>
        </p:txBody>
      </p:sp>
    </p:spTree>
    <p:extLst>
      <p:ext uri="{BB962C8B-B14F-4D97-AF65-F5344CB8AC3E}">
        <p14:creationId xmlns:p14="http://schemas.microsoft.com/office/powerpoint/2010/main" val="4049189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1720B7B-5D5C-5126-818F-C0350940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" y="1721085"/>
            <a:ext cx="5571949" cy="4274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015512-3649-6C05-4473-493216D2852A}"/>
              </a:ext>
            </a:extLst>
          </p:cNvPr>
          <p:cNvSpPr txBox="1"/>
          <p:nvPr/>
        </p:nvSpPr>
        <p:spPr>
          <a:xfrm>
            <a:off x="7389340" y="6084744"/>
            <a:ext cx="3364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https://code.claude.com/docs/en/context-window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1667C-7354-A1E8-F142-66273CBC4E6A}"/>
              </a:ext>
            </a:extLst>
          </p:cNvPr>
          <p:cNvSpPr txBox="1"/>
          <p:nvPr/>
        </p:nvSpPr>
        <p:spPr>
          <a:xfrm>
            <a:off x="2915990" y="6084743"/>
            <a:ext cx="9532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41pg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566BFEB-5C82-0132-F830-A270B7D2B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031" y="1865037"/>
            <a:ext cx="4581236" cy="3901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E1F299-0506-D028-D231-7C29CB84048F}"/>
              </a:ext>
            </a:extLst>
          </p:cNvPr>
          <p:cNvSpPr txBox="1"/>
          <p:nvPr/>
        </p:nvSpPr>
        <p:spPr>
          <a:xfrm>
            <a:off x="552867" y="140788"/>
            <a:ext cx="217219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Context Window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B93D7-D766-9BCD-1F96-1C44FE81B2A6}"/>
              </a:ext>
            </a:extLst>
          </p:cNvPr>
          <p:cNvSpPr txBox="1"/>
          <p:nvPr/>
        </p:nvSpPr>
        <p:spPr>
          <a:xfrm>
            <a:off x="262467" y="496257"/>
            <a:ext cx="11582400" cy="95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컨텍스트는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AI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와 상호작용할 때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AI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 실제로“보는”모든 정보임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대화기록 뿐 아니라 개발자가 미리 작성한 행동규칙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시스템지시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), AI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 사용할 수있는외부기능의설명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도구설명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그 밖의 정보도 포함</a:t>
            </a:r>
            <a:endParaRPr lang="en-US" altLang="ko-KR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컨텍스트 창의 기본적인 구성 개요는 왼쪽 하단과 같음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교재 그림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). Claude Code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 타이핑 전에 기본적으로 구성되는 컨텍스트 창은 우측하단과 같음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들어가서 시뮬레이션 돌려보시기를 권장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765035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33DF57F2-1593-42AD-AF6C-67CC599C1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312" y="1444708"/>
            <a:ext cx="3860144" cy="36920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A1667C-7354-A1E8-F142-66273CBC4E6A}"/>
              </a:ext>
            </a:extLst>
          </p:cNvPr>
          <p:cNvSpPr txBox="1"/>
          <p:nvPr/>
        </p:nvSpPr>
        <p:spPr>
          <a:xfrm>
            <a:off x="2678850" y="4597643"/>
            <a:ext cx="9258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52pg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1F299-0506-D028-D231-7C29CB84048F}"/>
              </a:ext>
            </a:extLst>
          </p:cNvPr>
          <p:cNvSpPr txBox="1"/>
          <p:nvPr/>
        </p:nvSpPr>
        <p:spPr>
          <a:xfrm>
            <a:off x="552867" y="140788"/>
            <a:ext cx="217219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Context Window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B93D7-D766-9BCD-1F96-1C44FE81B2A6}"/>
              </a:ext>
            </a:extLst>
          </p:cNvPr>
          <p:cNvSpPr txBox="1"/>
          <p:nvPr/>
        </p:nvSpPr>
        <p:spPr>
          <a:xfrm>
            <a:off x="262467" y="496257"/>
            <a:ext cx="11582400" cy="656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컨텍스트는 창에서도 위쪽 부분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시스템 프롬프트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+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도구정의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은대화내내바뀌지않고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아래 쪽 부분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대화기록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은 상호 작용할 때 마다 늘어남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이“정적 접두부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+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궤적”구조는 뒤에서 다룰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KVCache 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최적화와  컨텍스트 압축 같은 기법의 토대임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접두부는 안정적으로 유지하고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뒤쪽 궤적은 상충관계를 고려해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압축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하거나 교체할 수 있음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E60C8B-2F62-3748-CAC7-54C74EF97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99" y="1615947"/>
            <a:ext cx="6041401" cy="289931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EC5564A-C19D-9637-DA5E-7A078E62B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729" y="1453175"/>
            <a:ext cx="1540312" cy="3683574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410D1E8-37E0-3553-C7B6-CD1890404D76}"/>
              </a:ext>
            </a:extLst>
          </p:cNvPr>
          <p:cNvCxnSpPr>
            <a:cxnSpLocks/>
          </p:cNvCxnSpPr>
          <p:nvPr/>
        </p:nvCxnSpPr>
        <p:spPr>
          <a:xfrm flipV="1">
            <a:off x="7154333" y="1092499"/>
            <a:ext cx="2540000" cy="21248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463283-35B4-374E-9F09-06283A20E2D6}"/>
              </a:ext>
            </a:extLst>
          </p:cNvPr>
          <p:cNvSpPr txBox="1"/>
          <p:nvPr/>
        </p:nvSpPr>
        <p:spPr>
          <a:xfrm>
            <a:off x="6427508" y="5298641"/>
            <a:ext cx="40880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 Claude Code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Compact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기능은 뒤쪽 궤적을 요약함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우명균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 Claude Code Docs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Compaction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설명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endParaRPr lang="ko-KR" altLang="en-US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3200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2E1F299-0506-D028-D231-7C29CB84048F}"/>
              </a:ext>
            </a:extLst>
          </p:cNvPr>
          <p:cNvSpPr txBox="1"/>
          <p:nvPr/>
        </p:nvSpPr>
        <p:spPr>
          <a:xfrm>
            <a:off x="552867" y="140788"/>
            <a:ext cx="180530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‘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뒤쪽 궤적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’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 흐름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!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 </a:t>
            </a:r>
            <a:endParaRPr lang="en-US" altLang="ko-KR" sz="24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B93D7-D766-9BCD-1F96-1C44FE81B2A6}"/>
              </a:ext>
            </a:extLst>
          </p:cNvPr>
          <p:cNvSpPr txBox="1"/>
          <p:nvPr/>
        </p:nvSpPr>
        <p:spPr>
          <a:xfrm>
            <a:off x="262467" y="610282"/>
            <a:ext cx="11582400" cy="656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아래 그림의 ‘두 번의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API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호출’ 흐름을 보면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사용자의 질문을 받은 모델이 도구 호출을 요청하고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프레임워크가 도구를 실행한 뒤 그 결과를 대화 기록에 추가해 모델을 다시 호출함</a:t>
            </a:r>
            <a:endParaRPr lang="en-US" altLang="ko-KR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이 흐름이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1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주차 코드과제에서 만든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chatbot ⇄ tools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루프의 구조임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!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간단하게 언급만 하고 넘어가겠음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!!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EB56AE-1706-7333-0DCF-9E3B8AAFA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85" y="1966659"/>
            <a:ext cx="7051601" cy="35342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5FAC70-2832-97B7-AD93-712AE4F66DF1}"/>
              </a:ext>
            </a:extLst>
          </p:cNvPr>
          <p:cNvSpPr txBox="1"/>
          <p:nvPr/>
        </p:nvSpPr>
        <p:spPr>
          <a:xfrm>
            <a:off x="5563858" y="5601076"/>
            <a:ext cx="979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45pg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3019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CA1667C-7354-A1E8-F142-66273CBC4E6A}"/>
              </a:ext>
            </a:extLst>
          </p:cNvPr>
          <p:cNvSpPr txBox="1"/>
          <p:nvPr/>
        </p:nvSpPr>
        <p:spPr>
          <a:xfrm>
            <a:off x="2665252" y="5517329"/>
            <a:ext cx="979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43pg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1F299-0506-D028-D231-7C29CB84048F}"/>
              </a:ext>
            </a:extLst>
          </p:cNvPr>
          <p:cNvSpPr txBox="1"/>
          <p:nvPr/>
        </p:nvSpPr>
        <p:spPr>
          <a:xfrm>
            <a:off x="552867" y="140788"/>
            <a:ext cx="463017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Messages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와 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Chat Completions API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B93D7-D766-9BCD-1F96-1C44FE81B2A6}"/>
              </a:ext>
            </a:extLst>
          </p:cNvPr>
          <p:cNvSpPr txBox="1"/>
          <p:nvPr/>
        </p:nvSpPr>
        <p:spPr>
          <a:xfrm>
            <a:off x="262467" y="496257"/>
            <a:ext cx="11582400" cy="97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좌측 하단의 교재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43pg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 내용은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2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주차 코드과제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 제시됨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LangChain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과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LangGraph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 메시지 클래스는 이런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API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 메시지 구조를 파이썬 객체로 다루도록 해줌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Chat Completions API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 좌측 하단의 구조화된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API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메시지를 오른쪽의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Chat Template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으로 바꿔줌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우리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에이전트 개발자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Chat Template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을 직접 작성하거나 수정할 필요가 없음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!! API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서버가 자동으로 처리함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다만 기억해야할 것은 표준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API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형식을 사용해야 한다는 각오 ㅎㅎ</a:t>
            </a:r>
            <a:endParaRPr lang="en-US" altLang="ko-KR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8B0FB8-5825-D9F0-5F00-2A4A75D7B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99" y="1737616"/>
            <a:ext cx="5797211" cy="33827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EE258E-6A4C-14E8-62A3-96FB5F013C15}"/>
              </a:ext>
            </a:extLst>
          </p:cNvPr>
          <p:cNvSpPr txBox="1"/>
          <p:nvPr/>
        </p:nvSpPr>
        <p:spPr>
          <a:xfrm>
            <a:off x="8547132" y="5536928"/>
            <a:ext cx="979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59pg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9BE5FBF-B80E-E3E4-96EC-6CB27BA5B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105" y="1508252"/>
            <a:ext cx="4635438" cy="3918049"/>
          </a:xfrm>
          <a:prstGeom prst="rect">
            <a:avLst/>
          </a:prstGeom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E95D7F0B-9B3B-F183-A404-F04CBD0EBF80}"/>
              </a:ext>
            </a:extLst>
          </p:cNvPr>
          <p:cNvSpPr/>
          <p:nvPr/>
        </p:nvSpPr>
        <p:spPr>
          <a:xfrm>
            <a:off x="6001657" y="3236686"/>
            <a:ext cx="582448" cy="333828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446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2E1F299-0506-D028-D231-7C29CB84048F}"/>
              </a:ext>
            </a:extLst>
          </p:cNvPr>
          <p:cNvSpPr txBox="1"/>
          <p:nvPr/>
        </p:nvSpPr>
        <p:spPr>
          <a:xfrm>
            <a:off x="552867" y="140788"/>
            <a:ext cx="57632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KV Cache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가 무엇이냐</a:t>
            </a:r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(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이것만은 기억하자</a:t>
            </a:r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!)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B93D7-D766-9BCD-1F96-1C44FE81B2A6}"/>
              </a:ext>
            </a:extLst>
          </p:cNvPr>
          <p:cNvSpPr txBox="1"/>
          <p:nvPr/>
        </p:nvSpPr>
        <p:spPr>
          <a:xfrm>
            <a:off x="262467" y="610282"/>
            <a:ext cx="11582400" cy="95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모델은 토큰을 하나 생성할 때마다 앞선 토큰들의 중간 계산 결과를 참조함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매번 이를 처음부터 계산하면 컨텍스트가 길어질수록 계산 비용이 커짐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KV Cache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 중간 </a:t>
            </a:r>
            <a:r>
              <a:rPr lang="en-US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Key·Value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상태를 저장해 이후 계산에서 재사용함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재사용할 컨텍스트의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토큰 접두부는 변하지 않아야 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토큰 시퀀스가 달라지면 처음 달라진 토큰부터 이후의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KV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상태를 다시 계산함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그보다 앞선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KV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상태는 변경의 영향을 받지 않음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FAC70-2832-97B7-AD93-712AE4F66DF1}"/>
              </a:ext>
            </a:extLst>
          </p:cNvPr>
          <p:cNvSpPr txBox="1"/>
          <p:nvPr/>
        </p:nvSpPr>
        <p:spPr>
          <a:xfrm>
            <a:off x="5472326" y="6513811"/>
            <a:ext cx="7855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54pg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2820A2-368C-C8C1-BD28-69FB1C83B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313" y="1667053"/>
            <a:ext cx="5529615" cy="18475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59FB0AE-8C78-7073-1F6D-EEB62EB25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619" y="3514610"/>
            <a:ext cx="5601001" cy="3018933"/>
          </a:xfrm>
          <a:prstGeom prst="rect">
            <a:avLst/>
          </a:prstGeom>
        </p:spPr>
      </p:pic>
      <p:sp>
        <p:nvSpPr>
          <p:cNvPr id="8" name="액자 7">
            <a:extLst>
              <a:ext uri="{FF2B5EF4-FFF2-40B4-BE49-F238E27FC236}">
                <a16:creationId xmlns:a16="http://schemas.microsoft.com/office/drawing/2014/main" id="{5EF4F64F-DB9A-20A4-D365-18C8E1476ECC}"/>
              </a:ext>
            </a:extLst>
          </p:cNvPr>
          <p:cNvSpPr/>
          <p:nvPr/>
        </p:nvSpPr>
        <p:spPr>
          <a:xfrm>
            <a:off x="2952750" y="3514610"/>
            <a:ext cx="5842000" cy="2657590"/>
          </a:xfrm>
          <a:prstGeom prst="frame">
            <a:avLst>
              <a:gd name="adj1" fmla="val 65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5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2E1F299-0506-D028-D231-7C29CB84048F}"/>
              </a:ext>
            </a:extLst>
          </p:cNvPr>
          <p:cNvSpPr txBox="1"/>
          <p:nvPr/>
        </p:nvSpPr>
        <p:spPr>
          <a:xfrm>
            <a:off x="552867" y="140788"/>
            <a:ext cx="911942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KV Cache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가 무엇이냐</a:t>
            </a:r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(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깊게 </a:t>
            </a:r>
            <a:r>
              <a:rPr lang="ko-KR" altLang="en-US" sz="24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드가자</a:t>
            </a:r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 -(1)): Attention Mechanism 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복습</a:t>
            </a:r>
            <a:endParaRPr lang="en-US" altLang="ko-KR" sz="24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B93D7-D766-9BCD-1F96-1C44FE81B2A6}"/>
              </a:ext>
            </a:extLst>
          </p:cNvPr>
          <p:cNvSpPr txBox="1"/>
          <p:nvPr/>
        </p:nvSpPr>
        <p:spPr>
          <a:xfrm>
            <a:off x="262467" y="610282"/>
            <a:ext cx="11582400" cy="95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어텐션 메커니즘이란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?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구체적인 예를 들어 보자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모델이 중국어 문장 “北京的天气怎么样”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즉 “베이징의 날씨가 어떤가요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?”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를 처리한다고 가정함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단어는 “北京”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베이징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), “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的”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(“~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의”에 해당하는 소유격 조사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), “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天气”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날씨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), “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怎么样”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어떤가요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“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怎么样”을 읽을 때 모델은 앞의 단어 가운데 어느 것이 “怎么样”을 이해하는 데 가장 중요한지 결정해야 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어텐션 메커니즘은 세 종류의 벡터를 이용해 앞선 토큰 가운데 가장 관련성이 높은 것을 결정함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0D7C555-90F4-3BEE-ADAD-4B2C2BCB0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304" y="1667053"/>
            <a:ext cx="7755103" cy="18288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C3D8CF-1D3E-9CEA-4514-B109AE9BF62C}"/>
              </a:ext>
            </a:extLst>
          </p:cNvPr>
          <p:cNvSpPr txBox="1"/>
          <p:nvPr/>
        </p:nvSpPr>
        <p:spPr>
          <a:xfrm>
            <a:off x="5472325" y="3657348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56pg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8DA5F-CC3F-F9B8-1F96-45E0BCB63A79}"/>
              </a:ext>
            </a:extLst>
          </p:cNvPr>
          <p:cNvSpPr txBox="1"/>
          <p:nvPr/>
        </p:nvSpPr>
        <p:spPr>
          <a:xfrm>
            <a:off x="3207657" y="3934347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“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어떤가요”의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Query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와 각 단어의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Key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를 비교해 관련성 점수를 구하고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점수가 높은 단어의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Value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를 더 많이 반영함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표의 설명처럼 “날씨”의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Value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 가장 큰 비중으로 반영되는 것이 자연스러운 결과임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endParaRPr lang="ko-KR" altLang="en-US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DB2779-FE32-9D80-86FC-502F0DD0421C}"/>
              </a:ext>
            </a:extLst>
          </p:cNvPr>
          <p:cNvSpPr txBox="1"/>
          <p:nvPr/>
        </p:nvSpPr>
        <p:spPr>
          <a:xfrm>
            <a:off x="1060753" y="4703789"/>
            <a:ext cx="9985828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Key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와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Value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는 모델 안에 단어별로 미리 저장된 값이 아님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! </a:t>
            </a:r>
          </a:p>
          <a:p>
            <a:pPr algn="ctr"/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모델은 입력 문장의 각 토큰을 숫자 벡터로 바꾼 뒤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학습을 통해 정해진 변환 규칙을 적용해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Query·Key·Value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벡터를 만듦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algn="ctr"/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변환 규칙은 모델에 학습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되어 있지만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그 규칙으로 만들어지는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Q·K·V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값은 입력 문장에 따라 달라짐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algn="ctr"/>
            <a:endParaRPr lang="en-US" altLang="ko-KR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/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예를 들어 입력에 “서울의 날씨 어때”가 있다면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각 토큰의 벡터에서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Q·K·V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를 각각 계산해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그리고 “어때”의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Query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를 “서울”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“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의”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“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날씨”의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Key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와 비교해서 점수를 구하는  것임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algn="ctr"/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날씨의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Key =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날씨 토큰의 벡터를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Key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변환 규칙에 넣어 계산</a:t>
            </a:r>
          </a:p>
          <a:p>
            <a:pPr algn="ctr"/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어때의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Query =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어때 토큰의 벡터를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Query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변환 규칙에 넣어 계산</a:t>
            </a:r>
          </a:p>
          <a:p>
            <a:pPr algn="ctr"/>
            <a:endParaRPr lang="ko-KR" altLang="en-US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algn="ctr"/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점수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s₃ =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어때의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Query ·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날씨의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Key</a:t>
            </a:r>
            <a:endParaRPr lang="ko-KR" altLang="en-US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534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2E1F299-0506-D028-D231-7C29CB84048F}"/>
              </a:ext>
            </a:extLst>
          </p:cNvPr>
          <p:cNvSpPr txBox="1"/>
          <p:nvPr/>
        </p:nvSpPr>
        <p:spPr>
          <a:xfrm>
            <a:off x="552867" y="140788"/>
            <a:ext cx="911942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KV Cache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가 무엇이냐</a:t>
            </a:r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(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깊게 </a:t>
            </a:r>
            <a:r>
              <a:rPr lang="ko-KR" altLang="en-US" sz="24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드가자</a:t>
            </a:r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 -(2)): Attention Mechanism 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복습</a:t>
            </a:r>
            <a:endParaRPr lang="en-US" altLang="ko-KR" sz="24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B38866-D867-8ABC-A27A-44512C827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063"/>
          <a:stretch/>
        </p:blipFill>
        <p:spPr>
          <a:xfrm>
            <a:off x="721689" y="3014968"/>
            <a:ext cx="4904505" cy="36102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C782AC1-0EDB-E466-CFB3-7AE314AF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335" b="6341"/>
          <a:stretch/>
        </p:blipFill>
        <p:spPr>
          <a:xfrm>
            <a:off x="5626194" y="3319431"/>
            <a:ext cx="5950400" cy="2215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7C75BB-09DE-ECD0-B473-38342FD5868E}"/>
              </a:ext>
            </a:extLst>
          </p:cNvPr>
          <p:cNvSpPr txBox="1"/>
          <p:nvPr/>
        </p:nvSpPr>
        <p:spPr>
          <a:xfrm>
            <a:off x="2495561" y="6613762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57pg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CA7E3E4-8AA5-0A06-A2D3-814B5BDCC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65" y="618916"/>
            <a:ext cx="8975764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1.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현재 단어의 Query를 만듦.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2.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Query와 앞선 각 단어의 Key를 비교해 관련성 점수를 구함.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3.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점수를 가중치로 바꾸고, 각 Value에 곱해 더함.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가중치 합은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4.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아래의 예시에서는 날씨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Key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 대한 가중치가 가장 커졌으니까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답변 출력에서는 날씨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Key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 해당하는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Value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를 가장 크게 가져오게 되겠음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5.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“어때”의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Query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 “날씨”에 주목 → 여러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Value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를 가중합해 문맥 표현을 만듦 → 그 표현을 바탕으로 다음 토큰을 예측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6.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이 새 표현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=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하나의 문장으로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llm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이 알고 있는 것임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신기방기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7.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여기서 주목할 것은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한 문장에 대해서 이 가중합을 하려면 결국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Query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를 앞선 모든 단어의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Key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와 대조한 뒤 모든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Value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 가중합을 계산해야한다는 점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Why?</a:t>
            </a:r>
            <a:endParaRPr lang="ko-KR" altLang="ko-KR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2" name="화살표: 위로 굽음 21">
            <a:extLst>
              <a:ext uri="{FF2B5EF4-FFF2-40B4-BE49-F238E27FC236}">
                <a16:creationId xmlns:a16="http://schemas.microsoft.com/office/drawing/2014/main" id="{D241AE84-EA41-AF5B-71FD-24157C954844}"/>
              </a:ext>
            </a:extLst>
          </p:cNvPr>
          <p:cNvSpPr/>
          <p:nvPr/>
        </p:nvSpPr>
        <p:spPr>
          <a:xfrm>
            <a:off x="2319507" y="5965015"/>
            <a:ext cx="146410" cy="134408"/>
          </a:xfrm>
          <a:prstGeom prst="bentUpArrow">
            <a:avLst>
              <a:gd name="adj1" fmla="val 10827"/>
              <a:gd name="adj2" fmla="val 16142"/>
              <a:gd name="adj3" fmla="val 297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위로 굽음 22">
            <a:extLst>
              <a:ext uri="{FF2B5EF4-FFF2-40B4-BE49-F238E27FC236}">
                <a16:creationId xmlns:a16="http://schemas.microsoft.com/office/drawing/2014/main" id="{734435DF-265E-CF38-C40A-29774CC6F159}"/>
              </a:ext>
            </a:extLst>
          </p:cNvPr>
          <p:cNvSpPr/>
          <p:nvPr/>
        </p:nvSpPr>
        <p:spPr>
          <a:xfrm>
            <a:off x="2665521" y="5958135"/>
            <a:ext cx="146410" cy="134408"/>
          </a:xfrm>
          <a:prstGeom prst="bentUpArrow">
            <a:avLst>
              <a:gd name="adj1" fmla="val 10827"/>
              <a:gd name="adj2" fmla="val 16142"/>
              <a:gd name="adj3" fmla="val 297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위로 굽음 23">
            <a:extLst>
              <a:ext uri="{FF2B5EF4-FFF2-40B4-BE49-F238E27FC236}">
                <a16:creationId xmlns:a16="http://schemas.microsoft.com/office/drawing/2014/main" id="{BEC45A53-E5C5-B638-A44D-DAA907A968D8}"/>
              </a:ext>
            </a:extLst>
          </p:cNvPr>
          <p:cNvSpPr/>
          <p:nvPr/>
        </p:nvSpPr>
        <p:spPr>
          <a:xfrm>
            <a:off x="2976732" y="5958135"/>
            <a:ext cx="146410" cy="134408"/>
          </a:xfrm>
          <a:prstGeom prst="bentUpArrow">
            <a:avLst>
              <a:gd name="adj1" fmla="val 10827"/>
              <a:gd name="adj2" fmla="val 16142"/>
              <a:gd name="adj3" fmla="val 297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위로 굽음 24">
            <a:extLst>
              <a:ext uri="{FF2B5EF4-FFF2-40B4-BE49-F238E27FC236}">
                <a16:creationId xmlns:a16="http://schemas.microsoft.com/office/drawing/2014/main" id="{8099F01C-6F09-9BE0-DEF6-96D667445FFB}"/>
              </a:ext>
            </a:extLst>
          </p:cNvPr>
          <p:cNvSpPr/>
          <p:nvPr/>
        </p:nvSpPr>
        <p:spPr>
          <a:xfrm>
            <a:off x="3287943" y="5959854"/>
            <a:ext cx="146410" cy="134408"/>
          </a:xfrm>
          <a:prstGeom prst="bentUpArrow">
            <a:avLst>
              <a:gd name="adj1" fmla="val 10827"/>
              <a:gd name="adj2" fmla="val 16142"/>
              <a:gd name="adj3" fmla="val 297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B2D608-2205-1FA3-7BF0-B877156D6C47}"/>
              </a:ext>
            </a:extLst>
          </p:cNvPr>
          <p:cNvSpPr txBox="1"/>
          <p:nvPr/>
        </p:nvSpPr>
        <p:spPr>
          <a:xfrm>
            <a:off x="8849566" y="547363"/>
            <a:ext cx="198141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새 표현</a:t>
            </a:r>
          </a:p>
          <a:p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= 0.35 × 서울의 Value</a:t>
            </a:r>
          </a:p>
          <a:p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+ 0.05 × 의의 Value</a:t>
            </a:r>
          </a:p>
          <a:p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+ 0.55 × 날씨의 Value</a:t>
            </a:r>
          </a:p>
          <a:p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+ 0.05 × 어때의 Value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AE2F745-C27F-F3FA-DFA0-65DEF62493AD}"/>
              </a:ext>
            </a:extLst>
          </p:cNvPr>
          <p:cNvCxnSpPr>
            <a:cxnSpLocks/>
          </p:cNvCxnSpPr>
          <p:nvPr/>
        </p:nvCxnSpPr>
        <p:spPr>
          <a:xfrm flipH="1">
            <a:off x="1117600" y="708027"/>
            <a:ext cx="7731966" cy="1036106"/>
          </a:xfrm>
          <a:prstGeom prst="straightConnector1">
            <a:avLst/>
          </a:prstGeom>
          <a:ln>
            <a:solidFill>
              <a:srgbClr val="00206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C9B527B-C5C8-5277-0487-BEDAFE6DC440}"/>
              </a:ext>
            </a:extLst>
          </p:cNvPr>
          <p:cNvSpPr txBox="1"/>
          <p:nvPr/>
        </p:nvSpPr>
        <p:spPr>
          <a:xfrm>
            <a:off x="1229899" y="2159659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서울 Key와 점수 → s₁</a:t>
            </a:r>
          </a:p>
          <a:p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 Key와 점수   → s₂</a:t>
            </a:r>
          </a:p>
          <a:p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날씨 Key와 점수 → s₃</a:t>
            </a:r>
          </a:p>
          <a:p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어때 Key와 점수 → s₄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02AF13-3C54-4FD5-F7D2-A9F65A8BEB01}"/>
              </a:ext>
            </a:extLst>
          </p:cNvPr>
          <p:cNvSpPr txBox="1"/>
          <p:nvPr/>
        </p:nvSpPr>
        <p:spPr>
          <a:xfrm>
            <a:off x="2811931" y="2353918"/>
            <a:ext cx="660290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날씨 가중치 = exp(s₃) / [exp(s₁) + exp(s₂) + exp(s₃) + exp(s₄)]</a:t>
            </a:r>
            <a:endParaRPr lang="en-US" altLang="ko-KR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요로코롬 분자는 “날씨”와의 관련성 점수지만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분모에는 다른 후보 단어들의 점수도 모두 들어가기 때문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F29452-F9A0-FD3F-38C4-A11AA32F5360}"/>
              </a:ext>
            </a:extLst>
          </p:cNvPr>
          <p:cNvSpPr txBox="1"/>
          <p:nvPr/>
        </p:nvSpPr>
        <p:spPr>
          <a:xfrm>
            <a:off x="5553394" y="5800155"/>
            <a:ext cx="609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KV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Cache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는 입력 토큰의 벡터를 학습된 변환 규칙에 넣어 계산한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Key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와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Value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를 저장한다는 개념임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!</a:t>
            </a:r>
            <a:endParaRPr lang="ko-KR" altLang="en-US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F000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4846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0CF29-E017-7D8A-FCDF-AA95DBB98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D1E9C3E-AD5A-99F9-A9A7-84C0DF357DF7}"/>
              </a:ext>
            </a:extLst>
          </p:cNvPr>
          <p:cNvSpPr txBox="1"/>
          <p:nvPr/>
        </p:nvSpPr>
        <p:spPr>
          <a:xfrm>
            <a:off x="552867" y="140788"/>
            <a:ext cx="465973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KV Cache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와 </a:t>
            </a:r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Prompt Cache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의 구분</a:t>
            </a:r>
            <a:endParaRPr lang="en-US" altLang="ko-KR" sz="24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CFDA53-12C8-F462-E960-4A3527C9A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4" y="1977847"/>
            <a:ext cx="10077452" cy="29023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052173-474A-4CC5-ADE1-C954F1E32944}"/>
              </a:ext>
            </a:extLst>
          </p:cNvPr>
          <p:cNvSpPr txBox="1"/>
          <p:nvPr/>
        </p:nvSpPr>
        <p:spPr>
          <a:xfrm>
            <a:off x="5614829" y="4880153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54pg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5728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1750-DEAF-C241-CCFE-C0EFC7FE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F78B80E-7243-9588-C33A-D2C0FBE698D6}"/>
              </a:ext>
            </a:extLst>
          </p:cNvPr>
          <p:cNvSpPr txBox="1"/>
          <p:nvPr/>
        </p:nvSpPr>
        <p:spPr>
          <a:xfrm>
            <a:off x="552867" y="140788"/>
            <a:ext cx="530241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Cache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 관련해서 알고 있으면 좋은 것들</a:t>
            </a:r>
            <a:endParaRPr lang="en-US" altLang="ko-KR" sz="24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2C4F49-D8D0-EB7D-8AC8-5858A61E48EF}"/>
              </a:ext>
            </a:extLst>
          </p:cNvPr>
          <p:cNvSpPr txBox="1"/>
          <p:nvPr/>
        </p:nvSpPr>
        <p:spPr>
          <a:xfrm>
            <a:off x="552867" y="1592059"/>
            <a:ext cx="11582400" cy="2156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[</a:t>
            </a:r>
            <a:r>
              <a:rPr lang="ko-KR" altLang="en-US" sz="1300" spc="-3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피해야할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 것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!!]</a:t>
            </a:r>
          </a:p>
          <a:p>
            <a:pPr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라운드 시스템 프롬프트를 다시 만드는 것(현재 시각이나 모드 스위치를 써넣는 등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), 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첫 사용자 메시지 안의 환경 정보를 매 라운드 다시 렌더링하는 것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도중에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tools를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추가하거나 제거하는 것, 오래된 도구 결과를 제자리에서 잘라내는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것,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오래된 메시지에 알림을 끼워 넣었다가 다시 지우는 것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E178F-255D-A302-8343-A46E19AD831D}"/>
              </a:ext>
            </a:extLst>
          </p:cNvPr>
          <p:cNvSpPr txBox="1"/>
          <p:nvPr/>
        </p:nvSpPr>
        <p:spPr>
          <a:xfrm>
            <a:off x="552867" y="3617191"/>
            <a:ext cx="61036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[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꺼드럭댈 것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!!]</a:t>
            </a:r>
          </a:p>
          <a:p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https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://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platform.claude.com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docs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en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build-with-claude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preserved-thinking</a:t>
            </a:r>
            <a:endParaRPr lang="ko-KR" altLang="en-US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B74724-C46D-9EC1-57D8-D7E31930605C}"/>
              </a:ext>
            </a:extLst>
          </p:cNvPr>
          <p:cNvSpPr txBox="1"/>
          <p:nvPr/>
        </p:nvSpPr>
        <p:spPr>
          <a:xfrm>
            <a:off x="268483" y="521226"/>
            <a:ext cx="11576384" cy="956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Production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수준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제품들의 시스템 프롬프트는 이 캐시 경계에 맞춰짐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변동될 수 있는 부분들은 최대한 뒤에 들어가게 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상위 에이전트와 하위 에이전트를 구성할 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하위 에이전트가 상위 에이전트의 컨텍스트를 상속한다면 하위 에이전트의 프롬프트, 도구 정의, 모델 설정, 메시지 접두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부, 사고 설정은 상위 에이전트와 바이트 단위로 일치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해야함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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api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 공급자의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Prompt Cache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를 사용할 수 있다는 장점이 생김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.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 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45332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8CC36-D16C-13DB-6BD0-CF690F9C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69D917D-9EF2-14E5-19E5-FF32F413B51D}"/>
              </a:ext>
            </a:extLst>
          </p:cNvPr>
          <p:cNvSpPr txBox="1"/>
          <p:nvPr/>
        </p:nvSpPr>
        <p:spPr>
          <a:xfrm>
            <a:off x="552867" y="140788"/>
            <a:ext cx="589135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본격적으로 컨텍스트 내용 설계로 넘어가자</a:t>
            </a:r>
            <a:endParaRPr lang="en-US" altLang="ko-KR" sz="24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5EA8C2-AE41-A052-1BC0-5272D524F362}"/>
              </a:ext>
            </a:extLst>
          </p:cNvPr>
          <p:cNvSpPr txBox="1"/>
          <p:nvPr/>
        </p:nvSpPr>
        <p:spPr>
          <a:xfrm>
            <a:off x="262467" y="500716"/>
            <a:ext cx="11582400" cy="353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여기서 말하는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컨텍스트는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‘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시스템 프롬프트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’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B127B-F154-6187-340E-DC7E5CBCC5BD}"/>
              </a:ext>
            </a:extLst>
          </p:cNvPr>
          <p:cNvSpPr txBox="1"/>
          <p:nvPr/>
        </p:nvSpPr>
        <p:spPr>
          <a:xfrm>
            <a:off x="552867" y="1064195"/>
            <a:ext cx="269593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프롬프트 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엔지니어링 관련</a:t>
            </a:r>
            <a:endParaRPr lang="en-US" altLang="ko-KR" sz="24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189C1-DB2F-CDC5-DC8B-F7B7F617C71B}"/>
              </a:ext>
            </a:extLst>
          </p:cNvPr>
          <p:cNvSpPr txBox="1"/>
          <p:nvPr/>
        </p:nvSpPr>
        <p:spPr>
          <a:xfrm>
            <a:off x="552867" y="1572026"/>
            <a:ext cx="610362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어조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스타일 관련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NEVER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do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X”처럼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대문자를 사용한 표현은 “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Please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avoid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doing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X”같은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부드러운 표현보다 지시를 더 두드러지게 하지만,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남용하면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효과가 약해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짐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형식 관련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학습 데이터에 구조화된 콘텐츠가 많기 때문입니다.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XML 태그는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계층 원칙을 따르며 태그 이름 자체가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의미를 전달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&lt;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working_directory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&gt;는 작업 디렉터리 정보임을 즉시 알려 주지만,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“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Current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directory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 /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Users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project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src”같은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일반 텍스트 형식에서는 콜론 양쪽의 관계를 추론하는 추가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과정이 필요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endParaRPr lang="ko-KR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가장 좋은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것은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Markdown +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XML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조합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36FE0B-5F45-A220-F9FF-2AC2C3319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67" y="3203242"/>
            <a:ext cx="6370415" cy="34170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BB7D62-1EED-86F6-F4E2-5CAEA816CC57}"/>
              </a:ext>
            </a:extLst>
          </p:cNvPr>
          <p:cNvSpPr txBox="1"/>
          <p:nvPr/>
        </p:nvSpPr>
        <p:spPr>
          <a:xfrm>
            <a:off x="6769278" y="992967"/>
            <a:ext cx="4869855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+. 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다 아는 내용</a:t>
            </a:r>
            <a:endParaRPr lang="en-US" altLang="ko-KR" sz="24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endParaRPr lang="en-US" altLang="ko-KR" sz="24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사람의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인지 부하를 줄이는 방법은 대규모 언어 모델에도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똑같이 효과적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모델이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학습 과정에서 인간의 언어와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사고 패턴을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배웠기 때문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퓨삿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주면 당연히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좋고 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D8D7-8122-D2E4-9F9A-8BD946713EB3}"/>
              </a:ext>
            </a:extLst>
          </p:cNvPr>
          <p:cNvSpPr txBox="1"/>
          <p:nvPr/>
        </p:nvSpPr>
        <p:spPr>
          <a:xfrm>
            <a:off x="5806937" y="6578712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57pg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1027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F51D4-6B3B-81E2-5F88-33D38ABA7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58CEBA3-3C28-76B6-EA30-9325C068401E}"/>
              </a:ext>
            </a:extLst>
          </p:cNvPr>
          <p:cNvSpPr txBox="1"/>
          <p:nvPr/>
        </p:nvSpPr>
        <p:spPr>
          <a:xfrm>
            <a:off x="552867" y="140788"/>
            <a:ext cx="274690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프롬프트 주입 방지 </a:t>
            </a:r>
            <a:endParaRPr lang="en-US" altLang="ko-KR" sz="24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9DA4200-BE65-BA59-8940-BCD5540DB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78725"/>
            <a:ext cx="7772400" cy="136283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F13DCC1-031D-EFBA-3B5B-337E9C548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51605"/>
            <a:ext cx="7772400" cy="41934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F02D26FC-76DA-291A-FA49-2F909BBD374C}"/>
                  </a:ext>
                </a:extLst>
              </p14:cNvPr>
              <p14:cNvContentPartPr/>
              <p14:nvPr/>
            </p14:nvContentPartPr>
            <p14:xfrm>
              <a:off x="8103076" y="5468995"/>
              <a:ext cx="1502280" cy="58860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F02D26FC-76DA-291A-FA49-2F909BBD37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96956" y="5462875"/>
                <a:ext cx="151452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8674A53F-D3F1-FDE0-F735-31A3F23ADC5A}"/>
                  </a:ext>
                </a:extLst>
              </p14:cNvPr>
              <p14:cNvContentPartPr/>
              <p14:nvPr/>
            </p14:nvContentPartPr>
            <p14:xfrm>
              <a:off x="671014" y="369817"/>
              <a:ext cx="360" cy="324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8674A53F-D3F1-FDE0-F735-31A3F23ADC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4894" y="363697"/>
                <a:ext cx="12600" cy="154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210D240B-DEA6-5C58-7311-B1EE690237BC}"/>
              </a:ext>
            </a:extLst>
          </p:cNvPr>
          <p:cNvSpPr/>
          <p:nvPr/>
        </p:nvSpPr>
        <p:spPr>
          <a:xfrm rot="5400000">
            <a:off x="8366196" y="6507866"/>
            <a:ext cx="976039" cy="33382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7B527-D38A-2273-753F-55D4860BE1A9}"/>
              </a:ext>
            </a:extLst>
          </p:cNvPr>
          <p:cNvSpPr txBox="1"/>
          <p:nvPr/>
        </p:nvSpPr>
        <p:spPr>
          <a:xfrm>
            <a:off x="5614829" y="6578712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61pg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1435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FA2D854-2392-E0C0-293E-E5FB77D32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80718"/>
            <a:ext cx="7772400" cy="5296564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2D96D020-ED1F-18FA-DA6C-637AFA39E62A}"/>
              </a:ext>
            </a:extLst>
          </p:cNvPr>
          <p:cNvSpPr/>
          <p:nvPr/>
        </p:nvSpPr>
        <p:spPr>
          <a:xfrm rot="5400000">
            <a:off x="8366197" y="44752"/>
            <a:ext cx="976039" cy="33382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EEE8D-32F1-A5B0-813E-9F87D105FD5C}"/>
              </a:ext>
            </a:extLst>
          </p:cNvPr>
          <p:cNvSpPr txBox="1"/>
          <p:nvPr/>
        </p:nvSpPr>
        <p:spPr>
          <a:xfrm>
            <a:off x="5614829" y="6578712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67pg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3893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12D7C-E853-945C-A91F-71CA59F41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E76ED2C-2106-9AD5-EC2E-F116E350D1B0}"/>
              </a:ext>
            </a:extLst>
          </p:cNvPr>
          <p:cNvSpPr txBox="1"/>
          <p:nvPr/>
        </p:nvSpPr>
        <p:spPr>
          <a:xfrm>
            <a:off x="552867" y="140788"/>
            <a:ext cx="192873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에이전트 스킬</a:t>
            </a:r>
            <a:endParaRPr lang="en-US" altLang="ko-KR" sz="24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382D9A4-6A03-3ED8-8D5D-1F8C6C828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294" y="1354339"/>
            <a:ext cx="6417742" cy="44597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DA548B-FE37-0B2F-D7F9-63D7695287D4}"/>
              </a:ext>
            </a:extLst>
          </p:cNvPr>
          <p:cNvSpPr txBox="1"/>
          <p:nvPr/>
        </p:nvSpPr>
        <p:spPr>
          <a:xfrm>
            <a:off x="292100" y="726241"/>
            <a:ext cx="11607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에이전트가 더 많은 시나리오를 처리하게 되면 시스템 프롬프트는 계속 늘어나는 경향이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있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음 </a:t>
            </a:r>
            <a:endParaRPr lang="en-US" altLang="ko-KR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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토큰낭비와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컨텍스트 부패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(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컨텍스트에 무관한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정보가 너무 많으면 핵심 콘텐츠에 대한 모델의 주의가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분산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되는 현상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endParaRPr lang="ko-KR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76E246-74F5-9D5C-0858-3C8D4D0AF5FE}"/>
              </a:ext>
            </a:extLst>
          </p:cNvPr>
          <p:cNvSpPr txBox="1"/>
          <p:nvPr/>
        </p:nvSpPr>
        <p:spPr>
          <a:xfrm>
            <a:off x="5614829" y="6578712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62pg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1803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92C1F-CE1F-4AE4-4A70-3C1B4DE34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C86799-F008-9022-38D7-BE8252ACBDAB}"/>
              </a:ext>
            </a:extLst>
          </p:cNvPr>
          <p:cNvSpPr txBox="1"/>
          <p:nvPr/>
        </p:nvSpPr>
        <p:spPr>
          <a:xfrm>
            <a:off x="552867" y="140788"/>
            <a:ext cx="192873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에이전트 스킬</a:t>
            </a:r>
            <a:endParaRPr lang="en-US" altLang="ko-KR" sz="24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1D1333-EFB4-85DE-0E98-042D92C6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51"/>
          <a:stretch>
            <a:fillRect/>
          </a:stretch>
        </p:blipFill>
        <p:spPr>
          <a:xfrm>
            <a:off x="6096000" y="1404520"/>
            <a:ext cx="5943600" cy="404895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7F2C64C-D7B2-191E-742C-E5CD7040C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1228046"/>
            <a:ext cx="5637567" cy="47106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A76DE886-07BF-C901-EA8B-3A106DFFA059}"/>
                  </a:ext>
                </a:extLst>
              </p14:cNvPr>
              <p14:cNvContentPartPr/>
              <p14:nvPr/>
            </p14:nvContentPartPr>
            <p14:xfrm>
              <a:off x="3438916" y="5171048"/>
              <a:ext cx="360" cy="36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A76DE886-07BF-C901-EA8B-3A106DFFA0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32796" y="516492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C8347CA-1802-4EDF-4DB4-546733B348C8}"/>
              </a:ext>
            </a:extLst>
          </p:cNvPr>
          <p:cNvSpPr txBox="1"/>
          <p:nvPr/>
        </p:nvSpPr>
        <p:spPr>
          <a:xfrm>
            <a:off x="5614829" y="6578712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65pg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6095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0502-9182-FA45-2FBA-5B9E739C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3016886-36C5-135A-4495-7FE9031A9281}"/>
              </a:ext>
            </a:extLst>
          </p:cNvPr>
          <p:cNvSpPr txBox="1"/>
          <p:nvPr/>
        </p:nvSpPr>
        <p:spPr>
          <a:xfrm>
            <a:off x="552867" y="140788"/>
            <a:ext cx="170206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스킬 </a:t>
            </a:r>
            <a:r>
              <a:rPr lang="en-US" altLang="ko-KR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vs 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도구</a:t>
            </a:r>
            <a:endParaRPr lang="en-US" altLang="ko-KR" sz="24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99BA50E-A299-DB69-F36E-412ED45A5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11782"/>
            <a:ext cx="7772400" cy="14344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B19D5B-5166-7CC2-1C82-71CBFD6F66E8}"/>
              </a:ext>
            </a:extLst>
          </p:cNvPr>
          <p:cNvSpPr txBox="1"/>
          <p:nvPr/>
        </p:nvSpPr>
        <p:spPr>
          <a:xfrm>
            <a:off x="5614829" y="6578712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66pg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400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미스터 피피티 01_BLUE">
      <a:dk1>
        <a:srgbClr val="000000"/>
      </a:dk1>
      <a:lt1>
        <a:srgbClr val="FFFFFF"/>
      </a:lt1>
      <a:dk2>
        <a:srgbClr val="FFFF00"/>
      </a:dk2>
      <a:lt2>
        <a:srgbClr val="FFFF00"/>
      </a:lt2>
      <a:accent1>
        <a:srgbClr val="FFFFFF"/>
      </a:accent1>
      <a:accent2>
        <a:srgbClr val="0C0C0C"/>
      </a:accent2>
      <a:accent3>
        <a:srgbClr val="0049F0"/>
      </a:accent3>
      <a:accent4>
        <a:srgbClr val="FFFF00"/>
      </a:accent4>
      <a:accent5>
        <a:srgbClr val="FFFF00"/>
      </a:accent5>
      <a:accent6>
        <a:srgbClr val="FFFF00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1321</Words>
  <Application>Microsoft Office PowerPoint</Application>
  <PresentationFormat>와이드스크린</PresentationFormat>
  <Paragraphs>106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맑은 고딕</vt:lpstr>
      <vt:lpstr>프리젠테이션 3 Light</vt:lpstr>
      <vt:lpstr>프리젠테이션 4 Regular</vt:lpstr>
      <vt:lpstr>프리젠테이션 5 Medium</vt:lpstr>
      <vt:lpstr>프리젠테이션 6 SemiBold</vt:lpstr>
      <vt:lpstr>프리젠테이션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수인 이</dc:creator>
  <cp:lastModifiedBy>수인 이</cp:lastModifiedBy>
  <cp:revision>8</cp:revision>
  <dcterms:created xsi:type="dcterms:W3CDTF">2026-08-10T17:06:34Z</dcterms:created>
  <dcterms:modified xsi:type="dcterms:W3CDTF">2026-10-06T06:47:58Z</dcterms:modified>
</cp:coreProperties>
</file>