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336" r:id="rId2"/>
    <p:sldId id="2351" r:id="rId3"/>
    <p:sldId id="2352" r:id="rId4"/>
    <p:sldId id="2353" r:id="rId5"/>
    <p:sldId id="2290" r:id="rId6"/>
    <p:sldId id="2357" r:id="rId7"/>
    <p:sldId id="2356" r:id="rId8"/>
    <p:sldId id="2358" r:id="rId9"/>
    <p:sldId id="2359" r:id="rId10"/>
    <p:sldId id="2360" r:id="rId11"/>
    <p:sldId id="2354" r:id="rId12"/>
    <p:sldId id="2361" r:id="rId13"/>
    <p:sldId id="2362" r:id="rId14"/>
    <p:sldId id="2363" r:id="rId15"/>
    <p:sldId id="2364" r:id="rId16"/>
    <p:sldId id="2365" r:id="rId17"/>
    <p:sldId id="2355" r:id="rId18"/>
    <p:sldId id="2366" r:id="rId19"/>
    <p:sldId id="2367" r:id="rId20"/>
    <p:sldId id="2368" r:id="rId21"/>
    <p:sldId id="256" r:id="rId22"/>
    <p:sldId id="2338" r:id="rId23"/>
    <p:sldId id="2339" r:id="rId24"/>
    <p:sldId id="2337" r:id="rId25"/>
    <p:sldId id="2340" r:id="rId26"/>
    <p:sldId id="2344" r:id="rId27"/>
    <p:sldId id="2345" r:id="rId28"/>
    <p:sldId id="2347" r:id="rId29"/>
    <p:sldId id="2348" r:id="rId30"/>
    <p:sldId id="2349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7756"/>
    <a:srgbClr val="FDFD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79" autoAdjust="0"/>
    <p:restoredTop sz="94660"/>
  </p:normalViewPr>
  <p:slideViewPr>
    <p:cSldViewPr snapToGrid="0">
      <p:cViewPr>
        <p:scale>
          <a:sx n="75" d="100"/>
          <a:sy n="75" d="100"/>
        </p:scale>
        <p:origin x="594" y="52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인 이" userId="a6bf09c0c2b50d42" providerId="LiveId" clId="{31FA811E-BE37-4C2B-A411-B352CCFE398B}"/>
    <pc:docChg chg="undo custSel addSld delSld modSld sldOrd">
      <pc:chgData name="수인 이" userId="a6bf09c0c2b50d42" providerId="LiveId" clId="{31FA811E-BE37-4C2B-A411-B352CCFE398B}" dt="2026-10-16T04:52:36.120" v="6648" actId="20577"/>
      <pc:docMkLst>
        <pc:docMk/>
      </pc:docMkLst>
      <pc:sldChg chg="addSp delSp modSp mod">
        <pc:chgData name="수인 이" userId="a6bf09c0c2b50d42" providerId="LiveId" clId="{31FA811E-BE37-4C2B-A411-B352CCFE398B}" dt="2026-10-16T04:49:19.181" v="6464" actId="20577"/>
        <pc:sldMkLst>
          <pc:docMk/>
          <pc:sldMk cId="765035973" sldId="256"/>
        </pc:sldMkLst>
        <pc:spChg chg="add mod">
          <ac:chgData name="수인 이" userId="a6bf09c0c2b50d42" providerId="LiveId" clId="{31FA811E-BE37-4C2B-A411-B352CCFE398B}" dt="2026-10-16T04:49:19.181" v="6464" actId="20577"/>
          <ac:spMkLst>
            <pc:docMk/>
            <pc:sldMk cId="765035973" sldId="256"/>
            <ac:spMk id="2" creationId="{91E4CDF3-5555-0C21-F18C-5FDE9E0724A4}"/>
          </ac:spMkLst>
        </pc:spChg>
        <pc:spChg chg="mod">
          <ac:chgData name="수인 이" userId="a6bf09c0c2b50d42" providerId="LiveId" clId="{31FA811E-BE37-4C2B-A411-B352CCFE398B}" dt="2026-10-16T02:50:50.041" v="163" actId="1076"/>
          <ac:spMkLst>
            <pc:docMk/>
            <pc:sldMk cId="765035973" sldId="256"/>
            <ac:spMk id="7" creationId="{E4015512-3649-6C05-4473-493216D2852A}"/>
          </ac:spMkLst>
        </pc:spChg>
        <pc:spChg chg="del">
          <ac:chgData name="수인 이" userId="a6bf09c0c2b50d42" providerId="LiveId" clId="{31FA811E-BE37-4C2B-A411-B352CCFE398B}" dt="2026-10-16T04:48:41.060" v="6430" actId="478"/>
          <ac:spMkLst>
            <pc:docMk/>
            <pc:sldMk cId="765035973" sldId="256"/>
            <ac:spMk id="11" creationId="{A2E1F299-0506-D028-D231-7C29CB84048F}"/>
          </ac:spMkLst>
        </pc:spChg>
        <pc:spChg chg="mod">
          <ac:chgData name="수인 이" userId="a6bf09c0c2b50d42" providerId="LiveId" clId="{31FA811E-BE37-4C2B-A411-B352CCFE398B}" dt="2026-10-16T04:49:03.814" v="6440" actId="1076"/>
          <ac:spMkLst>
            <pc:docMk/>
            <pc:sldMk cId="765035973" sldId="256"/>
            <ac:spMk id="12" creationId="{569B93D7-D766-9BCD-1F96-1C44FE81B2A6}"/>
          </ac:spMkLst>
        </pc:spChg>
      </pc:sldChg>
      <pc:sldChg chg="delSp modSp add mod">
        <pc:chgData name="수인 이" userId="a6bf09c0c2b50d42" providerId="LiveId" clId="{31FA811E-BE37-4C2B-A411-B352CCFE398B}" dt="2026-10-16T03:35:10.575" v="3924"/>
        <pc:sldMkLst>
          <pc:docMk/>
          <pc:sldMk cId="163581096" sldId="2290"/>
        </pc:sldMkLst>
        <pc:spChg chg="mod">
          <ac:chgData name="수인 이" userId="a6bf09c0c2b50d42" providerId="LiveId" clId="{31FA811E-BE37-4C2B-A411-B352CCFE398B}" dt="2026-10-16T03:33:24.350" v="3887" actId="20577"/>
          <ac:spMkLst>
            <pc:docMk/>
            <pc:sldMk cId="163581096" sldId="2290"/>
            <ac:spMk id="2" creationId="{930BA6FF-B9BD-CA78-E5BE-7C5310E21292}"/>
          </ac:spMkLst>
        </pc:spChg>
        <pc:spChg chg="mod">
          <ac:chgData name="수인 이" userId="a6bf09c0c2b50d42" providerId="LiveId" clId="{31FA811E-BE37-4C2B-A411-B352CCFE398B}" dt="2026-10-16T03:35:10.575" v="3924"/>
          <ac:spMkLst>
            <pc:docMk/>
            <pc:sldMk cId="163581096" sldId="2290"/>
            <ac:spMk id="4" creationId="{AA835F44-7A53-1D5E-D4D1-4CC412F2F2B8}"/>
          </ac:spMkLst>
        </pc:spChg>
        <pc:spChg chg="mod">
          <ac:chgData name="수인 이" userId="a6bf09c0c2b50d42" providerId="LiveId" clId="{31FA811E-BE37-4C2B-A411-B352CCFE398B}" dt="2026-10-16T03:34:56.879" v="3915"/>
          <ac:spMkLst>
            <pc:docMk/>
            <pc:sldMk cId="163581096" sldId="2290"/>
            <ac:spMk id="6" creationId="{26412FFE-381D-E259-C419-E49CA2C70BEB}"/>
          </ac:spMkLst>
        </pc:spChg>
        <pc:spChg chg="mod">
          <ac:chgData name="수인 이" userId="a6bf09c0c2b50d42" providerId="LiveId" clId="{31FA811E-BE37-4C2B-A411-B352CCFE398B}" dt="2026-10-16T03:34:57.505" v="3917"/>
          <ac:spMkLst>
            <pc:docMk/>
            <pc:sldMk cId="163581096" sldId="2290"/>
            <ac:spMk id="7" creationId="{65243191-5E39-5BD3-7817-D0B7D449CF09}"/>
          </ac:spMkLst>
        </pc:spChg>
        <pc:spChg chg="del">
          <ac:chgData name="수인 이" userId="a6bf09c0c2b50d42" providerId="LiveId" clId="{31FA811E-BE37-4C2B-A411-B352CCFE398B}" dt="2026-10-16T03:33:55.580" v="3896" actId="478"/>
          <ac:spMkLst>
            <pc:docMk/>
            <pc:sldMk cId="163581096" sldId="2290"/>
            <ac:spMk id="10" creationId="{32F60E8F-640C-AE09-2737-6035DFF05D1B}"/>
          </ac:spMkLst>
        </pc:spChg>
      </pc:sldChg>
      <pc:sldChg chg="modSp mod">
        <pc:chgData name="수인 이" userId="a6bf09c0c2b50d42" providerId="LiveId" clId="{31FA811E-BE37-4C2B-A411-B352CCFE398B}" dt="2026-10-16T02:55:52.667" v="188" actId="20577"/>
        <pc:sldMkLst>
          <pc:docMk/>
          <pc:sldMk cId="4049189621" sldId="2336"/>
        </pc:sldMkLst>
        <pc:spChg chg="mod">
          <ac:chgData name="수인 이" userId="a6bf09c0c2b50d42" providerId="LiveId" clId="{31FA811E-BE37-4C2B-A411-B352CCFE398B}" dt="2026-10-16T02:55:52.667" v="188" actId="20577"/>
          <ac:spMkLst>
            <pc:docMk/>
            <pc:sldMk cId="4049189621" sldId="2336"/>
            <ac:spMk id="9" creationId="{D74FE53C-3A7A-EBF3-5163-EC0A42B89CC6}"/>
          </ac:spMkLst>
        </pc:spChg>
        <pc:spChg chg="mod">
          <ac:chgData name="수인 이" userId="a6bf09c0c2b50d42" providerId="LiveId" clId="{31FA811E-BE37-4C2B-A411-B352CCFE398B}" dt="2026-10-16T02:47:08.361" v="159" actId="20577"/>
          <ac:spMkLst>
            <pc:docMk/>
            <pc:sldMk cId="4049189621" sldId="2336"/>
            <ac:spMk id="32" creationId="{137B2EFD-FD05-68D6-D824-C942FB7CE73E}"/>
          </ac:spMkLst>
        </pc:spChg>
      </pc:sldChg>
      <pc:sldChg chg="modSp mod">
        <pc:chgData name="수인 이" userId="a6bf09c0c2b50d42" providerId="LiveId" clId="{31FA811E-BE37-4C2B-A411-B352CCFE398B}" dt="2026-10-16T04:49:56.395" v="6513" actId="20577"/>
        <pc:sldMkLst>
          <pc:docMk/>
          <pc:sldMk cId="2713446537" sldId="2337"/>
        </pc:sldMkLst>
        <pc:spChg chg="mod">
          <ac:chgData name="수인 이" userId="a6bf09c0c2b50d42" providerId="LiveId" clId="{31FA811E-BE37-4C2B-A411-B352CCFE398B}" dt="2026-10-16T04:49:56.395" v="6513" actId="20577"/>
          <ac:spMkLst>
            <pc:docMk/>
            <pc:sldMk cId="2713446537" sldId="2337"/>
            <ac:spMk id="11" creationId="{A2E1F299-0506-D028-D231-7C29CB84048F}"/>
          </ac:spMkLst>
        </pc:spChg>
      </pc:sldChg>
      <pc:sldChg chg="addSp delSp modSp mod">
        <pc:chgData name="수인 이" userId="a6bf09c0c2b50d42" providerId="LiveId" clId="{31FA811E-BE37-4C2B-A411-B352CCFE398B}" dt="2026-10-16T04:49:28.158" v="6467" actId="14100"/>
        <pc:sldMkLst>
          <pc:docMk/>
          <pc:sldMk cId="1663200425" sldId="2338"/>
        </pc:sldMkLst>
        <pc:spChg chg="add mod">
          <ac:chgData name="수인 이" userId="a6bf09c0c2b50d42" providerId="LiveId" clId="{31FA811E-BE37-4C2B-A411-B352CCFE398B}" dt="2026-10-16T04:49:22.979" v="6465"/>
          <ac:spMkLst>
            <pc:docMk/>
            <pc:sldMk cId="1663200425" sldId="2338"/>
            <ac:spMk id="2" creationId="{8539461B-991B-E715-E1B1-3AF75622BD60}"/>
          </ac:spMkLst>
        </pc:spChg>
        <pc:spChg chg="del">
          <ac:chgData name="수인 이" userId="a6bf09c0c2b50d42" providerId="LiveId" clId="{31FA811E-BE37-4C2B-A411-B352CCFE398B}" dt="2026-10-16T04:48:31.246" v="6429" actId="478"/>
          <ac:spMkLst>
            <pc:docMk/>
            <pc:sldMk cId="1663200425" sldId="2338"/>
            <ac:spMk id="11" creationId="{A2E1F299-0506-D028-D231-7C29CB84048F}"/>
          </ac:spMkLst>
        </pc:spChg>
        <pc:spChg chg="mod">
          <ac:chgData name="수인 이" userId="a6bf09c0c2b50d42" providerId="LiveId" clId="{31FA811E-BE37-4C2B-A411-B352CCFE398B}" dt="2026-10-16T04:49:25.803" v="6466" actId="1076"/>
          <ac:spMkLst>
            <pc:docMk/>
            <pc:sldMk cId="1663200425" sldId="2338"/>
            <ac:spMk id="12" creationId="{569B93D7-D766-9BCD-1F96-1C44FE81B2A6}"/>
          </ac:spMkLst>
        </pc:spChg>
        <pc:cxnChg chg="mod">
          <ac:chgData name="수인 이" userId="a6bf09c0c2b50d42" providerId="LiveId" clId="{31FA811E-BE37-4C2B-A411-B352CCFE398B}" dt="2026-10-16T04:49:28.158" v="6467" actId="14100"/>
          <ac:cxnSpMkLst>
            <pc:docMk/>
            <pc:sldMk cId="1663200425" sldId="2338"/>
            <ac:cxnSpMk id="6" creationId="{D410D1E8-37E0-3553-C7B6-CD1890404D76}"/>
          </ac:cxnSpMkLst>
        </pc:cxnChg>
      </pc:sldChg>
      <pc:sldChg chg="addSp delSp modSp mod">
        <pc:chgData name="수인 이" userId="a6bf09c0c2b50d42" providerId="LiveId" clId="{31FA811E-BE37-4C2B-A411-B352CCFE398B}" dt="2026-10-16T04:49:43.594" v="6506" actId="20577"/>
        <pc:sldMkLst>
          <pc:docMk/>
          <pc:sldMk cId="4153019686" sldId="2339"/>
        </pc:sldMkLst>
        <pc:spChg chg="add mod">
          <ac:chgData name="수인 이" userId="a6bf09c0c2b50d42" providerId="LiveId" clId="{31FA811E-BE37-4C2B-A411-B352CCFE398B}" dt="2026-10-16T04:49:43.594" v="6506" actId="20577"/>
          <ac:spMkLst>
            <pc:docMk/>
            <pc:sldMk cId="4153019686" sldId="2339"/>
            <ac:spMk id="3" creationId="{5E1CE80C-BE6A-D9EA-2245-EDD7F7B53A79}"/>
          </ac:spMkLst>
        </pc:spChg>
        <pc:spChg chg="del">
          <ac:chgData name="수인 이" userId="a6bf09c0c2b50d42" providerId="LiveId" clId="{31FA811E-BE37-4C2B-A411-B352CCFE398B}" dt="2026-10-16T04:49:36.669" v="6468" actId="478"/>
          <ac:spMkLst>
            <pc:docMk/>
            <pc:sldMk cId="4153019686" sldId="2339"/>
            <ac:spMk id="11" creationId="{A2E1F299-0506-D028-D231-7C29CB84048F}"/>
          </ac:spMkLst>
        </pc:spChg>
      </pc:sldChg>
      <pc:sldChg chg="addSp delSp modSp mod">
        <pc:chgData name="수인 이" userId="a6bf09c0c2b50d42" providerId="LiveId" clId="{31FA811E-BE37-4C2B-A411-B352CCFE398B}" dt="2026-10-16T04:50:15.510" v="6580" actId="20577"/>
        <pc:sldMkLst>
          <pc:docMk/>
          <pc:sldMk cId="324957463" sldId="2340"/>
        </pc:sldMkLst>
        <pc:spChg chg="add mod">
          <ac:chgData name="수인 이" userId="a6bf09c0c2b50d42" providerId="LiveId" clId="{31FA811E-BE37-4C2B-A411-B352CCFE398B}" dt="2026-10-16T04:50:15.510" v="6580" actId="20577"/>
          <ac:spMkLst>
            <pc:docMk/>
            <pc:sldMk cId="324957463" sldId="2340"/>
            <ac:spMk id="2" creationId="{72E3BB97-A286-9989-020B-FAFB2C37B887}"/>
          </ac:spMkLst>
        </pc:spChg>
        <pc:spChg chg="del">
          <ac:chgData name="수인 이" userId="a6bf09c0c2b50d42" providerId="LiveId" clId="{31FA811E-BE37-4C2B-A411-B352CCFE398B}" dt="2026-10-16T04:50:03.218" v="6514" actId="478"/>
          <ac:spMkLst>
            <pc:docMk/>
            <pc:sldMk cId="324957463" sldId="2340"/>
            <ac:spMk id="11" creationId="{A2E1F299-0506-D028-D231-7C29CB84048F}"/>
          </ac:spMkLst>
        </pc:spChg>
      </pc:sldChg>
      <pc:sldChg chg="modSp del mod">
        <pc:chgData name="수인 이" userId="a6bf09c0c2b50d42" providerId="LiveId" clId="{31FA811E-BE37-4C2B-A411-B352CCFE398B}" dt="2026-10-16T04:50:53.957" v="6586" actId="2696"/>
        <pc:sldMkLst>
          <pc:docMk/>
          <pc:sldMk cId="955340130" sldId="2341"/>
        </pc:sldMkLst>
        <pc:spChg chg="mod">
          <ac:chgData name="수인 이" userId="a6bf09c0c2b50d42" providerId="LiveId" clId="{31FA811E-BE37-4C2B-A411-B352CCFE398B}" dt="2026-10-16T04:50:47.903" v="6585" actId="1076"/>
          <ac:spMkLst>
            <pc:docMk/>
            <pc:sldMk cId="955340130" sldId="2341"/>
            <ac:spMk id="11" creationId="{A2E1F299-0506-D028-D231-7C29CB84048F}"/>
          </ac:spMkLst>
        </pc:spChg>
      </pc:sldChg>
      <pc:sldChg chg="add del">
        <pc:chgData name="수인 이" userId="a6bf09c0c2b50d42" providerId="LiveId" clId="{31FA811E-BE37-4C2B-A411-B352CCFE398B}" dt="2026-10-16T04:51:50.178" v="6612" actId="47"/>
        <pc:sldMkLst>
          <pc:docMk/>
          <pc:sldMk cId="1279426444" sldId="2341"/>
        </pc:sldMkLst>
      </pc:sldChg>
      <pc:sldChg chg="del">
        <pc:chgData name="수인 이" userId="a6bf09c0c2b50d42" providerId="LiveId" clId="{31FA811E-BE37-4C2B-A411-B352CCFE398B}" dt="2026-10-16T04:50:53.957" v="6586" actId="2696"/>
        <pc:sldMkLst>
          <pc:docMk/>
          <pc:sldMk cId="3554846870" sldId="2342"/>
        </pc:sldMkLst>
      </pc:sldChg>
      <pc:sldChg chg="add del">
        <pc:chgData name="수인 이" userId="a6bf09c0c2b50d42" providerId="LiveId" clId="{31FA811E-BE37-4C2B-A411-B352CCFE398B}" dt="2026-10-16T04:51:50.595" v="6613" actId="47"/>
        <pc:sldMkLst>
          <pc:docMk/>
          <pc:sldMk cId="3560415716" sldId="2342"/>
        </pc:sldMkLst>
      </pc:sldChg>
      <pc:sldChg chg="add del">
        <pc:chgData name="수인 이" userId="a6bf09c0c2b50d42" providerId="LiveId" clId="{31FA811E-BE37-4C2B-A411-B352CCFE398B}" dt="2026-10-16T04:51:50.915" v="6614" actId="47"/>
        <pc:sldMkLst>
          <pc:docMk/>
          <pc:sldMk cId="369170728" sldId="2343"/>
        </pc:sldMkLst>
      </pc:sldChg>
      <pc:sldChg chg="del">
        <pc:chgData name="수인 이" userId="a6bf09c0c2b50d42" providerId="LiveId" clId="{31FA811E-BE37-4C2B-A411-B352CCFE398B}" dt="2026-10-16T04:50:53.957" v="6586" actId="2696"/>
        <pc:sldMkLst>
          <pc:docMk/>
          <pc:sldMk cId="2035728619" sldId="2343"/>
        </pc:sldMkLst>
      </pc:sldChg>
      <pc:sldChg chg="addSp delSp modSp mod">
        <pc:chgData name="수인 이" userId="a6bf09c0c2b50d42" providerId="LiveId" clId="{31FA811E-BE37-4C2B-A411-B352CCFE398B}" dt="2026-10-16T04:51:02.863" v="6588" actId="20577"/>
        <pc:sldMkLst>
          <pc:docMk/>
          <pc:sldMk cId="2045332907" sldId="2344"/>
        </pc:sldMkLst>
        <pc:spChg chg="add mod">
          <ac:chgData name="수인 이" userId="a6bf09c0c2b50d42" providerId="LiveId" clId="{31FA811E-BE37-4C2B-A411-B352CCFE398B}" dt="2026-10-16T04:50:37.253" v="6581"/>
          <ac:spMkLst>
            <pc:docMk/>
            <pc:sldMk cId="2045332907" sldId="2344"/>
            <ac:spMk id="3" creationId="{59C841F8-BD63-4395-4996-9A4442159DF0}"/>
          </ac:spMkLst>
        </pc:spChg>
        <pc:spChg chg="add mod">
          <ac:chgData name="수인 이" userId="a6bf09c0c2b50d42" providerId="LiveId" clId="{31FA811E-BE37-4C2B-A411-B352CCFE398B}" dt="2026-10-16T04:51:02.863" v="6588" actId="20577"/>
          <ac:spMkLst>
            <pc:docMk/>
            <pc:sldMk cId="2045332907" sldId="2344"/>
            <ac:spMk id="5" creationId="{F540E2D5-8E8F-B98D-9ABC-E371ACB41FBC}"/>
          </ac:spMkLst>
        </pc:spChg>
        <pc:spChg chg="del">
          <ac:chgData name="수인 이" userId="a6bf09c0c2b50d42" providerId="LiveId" clId="{31FA811E-BE37-4C2B-A411-B352CCFE398B}" dt="2026-10-16T04:50:39.634" v="6582" actId="478"/>
          <ac:spMkLst>
            <pc:docMk/>
            <pc:sldMk cId="2045332907" sldId="2344"/>
            <ac:spMk id="11" creationId="{DF78B80E-7243-9588-C33A-D2C0FBE698D6}"/>
          </ac:spMkLst>
        </pc:spChg>
      </pc:sldChg>
      <pc:sldChg chg="modSp mod">
        <pc:chgData name="수인 이" userId="a6bf09c0c2b50d42" providerId="LiveId" clId="{31FA811E-BE37-4C2B-A411-B352CCFE398B}" dt="2026-10-16T04:51:24.486" v="6609" actId="20577"/>
        <pc:sldMkLst>
          <pc:docMk/>
          <pc:sldMk cId="1201027896" sldId="2345"/>
        </pc:sldMkLst>
        <pc:spChg chg="mod">
          <ac:chgData name="수인 이" userId="a6bf09c0c2b50d42" providerId="LiveId" clId="{31FA811E-BE37-4C2B-A411-B352CCFE398B}" dt="2026-10-16T04:51:24.486" v="6609" actId="20577"/>
          <ac:spMkLst>
            <pc:docMk/>
            <pc:sldMk cId="1201027896" sldId="2345"/>
            <ac:spMk id="11" creationId="{069D917D-9EF2-14E5-19E5-FF32F413B51D}"/>
          </ac:spMkLst>
        </pc:spChg>
      </pc:sldChg>
      <pc:sldChg chg="del">
        <pc:chgData name="수인 이" userId="a6bf09c0c2b50d42" providerId="LiveId" clId="{31FA811E-BE37-4C2B-A411-B352CCFE398B}" dt="2026-10-16T04:51:33.047" v="6610" actId="2696"/>
        <pc:sldMkLst>
          <pc:docMk/>
          <pc:sldMk cId="471435703" sldId="2346"/>
        </pc:sldMkLst>
      </pc:sldChg>
      <pc:sldChg chg="add del">
        <pc:chgData name="수인 이" userId="a6bf09c0c2b50d42" providerId="LiveId" clId="{31FA811E-BE37-4C2B-A411-B352CCFE398B}" dt="2026-10-16T04:51:51.361" v="6615" actId="47"/>
        <pc:sldMkLst>
          <pc:docMk/>
          <pc:sldMk cId="2296050103" sldId="2346"/>
        </pc:sldMkLst>
      </pc:sldChg>
      <pc:sldChg chg="modSp mod">
        <pc:chgData name="수인 이" userId="a6bf09c0c2b50d42" providerId="LiveId" clId="{31FA811E-BE37-4C2B-A411-B352CCFE398B}" dt="2026-10-16T04:52:26.798" v="6645" actId="20577"/>
        <pc:sldMkLst>
          <pc:docMk/>
          <pc:sldMk cId="2341803534" sldId="2347"/>
        </pc:sldMkLst>
        <pc:spChg chg="mod">
          <ac:chgData name="수인 이" userId="a6bf09c0c2b50d42" providerId="LiveId" clId="{31FA811E-BE37-4C2B-A411-B352CCFE398B}" dt="2026-10-16T04:52:26.798" v="6645" actId="20577"/>
          <ac:spMkLst>
            <pc:docMk/>
            <pc:sldMk cId="2341803534" sldId="2347"/>
            <ac:spMk id="11" creationId="{1E76ED2C-2106-9AD5-EC2E-F116E350D1B0}"/>
          </ac:spMkLst>
        </pc:spChg>
      </pc:sldChg>
      <pc:sldChg chg="modSp mod ord">
        <pc:chgData name="수인 이" userId="a6bf09c0c2b50d42" providerId="LiveId" clId="{31FA811E-BE37-4C2B-A411-B352CCFE398B}" dt="2026-10-16T04:52:36.120" v="6648" actId="20577"/>
        <pc:sldMkLst>
          <pc:docMk/>
          <pc:sldMk cId="1656095444" sldId="2348"/>
        </pc:sldMkLst>
        <pc:spChg chg="mod">
          <ac:chgData name="수인 이" userId="a6bf09c0c2b50d42" providerId="LiveId" clId="{31FA811E-BE37-4C2B-A411-B352CCFE398B}" dt="2026-10-16T04:52:36.120" v="6648" actId="20577"/>
          <ac:spMkLst>
            <pc:docMk/>
            <pc:sldMk cId="1656095444" sldId="2348"/>
            <ac:spMk id="11" creationId="{75C86799-F008-9022-38D7-BE8252ACBDAB}"/>
          </ac:spMkLst>
        </pc:spChg>
      </pc:sldChg>
      <pc:sldChg chg="modSp mod">
        <pc:chgData name="수인 이" userId="a6bf09c0c2b50d42" providerId="LiveId" clId="{31FA811E-BE37-4C2B-A411-B352CCFE398B}" dt="2026-10-16T04:52:32.605" v="6647" actId="20577"/>
        <pc:sldMkLst>
          <pc:docMk/>
          <pc:sldMk cId="3634002339" sldId="2349"/>
        </pc:sldMkLst>
        <pc:spChg chg="mod">
          <ac:chgData name="수인 이" userId="a6bf09c0c2b50d42" providerId="LiveId" clId="{31FA811E-BE37-4C2B-A411-B352CCFE398B}" dt="2026-10-16T04:52:32.605" v="6647" actId="20577"/>
          <ac:spMkLst>
            <pc:docMk/>
            <pc:sldMk cId="3634002339" sldId="2349"/>
            <ac:spMk id="11" creationId="{43016886-36C5-135A-4495-7FE9031A9281}"/>
          </ac:spMkLst>
        </pc:spChg>
      </pc:sldChg>
      <pc:sldChg chg="del">
        <pc:chgData name="수인 이" userId="a6bf09c0c2b50d42" providerId="LiveId" clId="{31FA811E-BE37-4C2B-A411-B352CCFE398B}" dt="2026-10-16T04:51:33.047" v="6610" actId="2696"/>
        <pc:sldMkLst>
          <pc:docMk/>
          <pc:sldMk cId="703893780" sldId="2350"/>
        </pc:sldMkLst>
      </pc:sldChg>
      <pc:sldChg chg="add del">
        <pc:chgData name="수인 이" userId="a6bf09c0c2b50d42" providerId="LiveId" clId="{31FA811E-BE37-4C2B-A411-B352CCFE398B}" dt="2026-10-16T04:51:51.829" v="6616" actId="47"/>
        <pc:sldMkLst>
          <pc:docMk/>
          <pc:sldMk cId="1902794825" sldId="2350"/>
        </pc:sldMkLst>
      </pc:sldChg>
      <pc:sldChg chg="addSp delSp modSp new mod">
        <pc:chgData name="수인 이" userId="a6bf09c0c2b50d42" providerId="LiveId" clId="{31FA811E-BE37-4C2B-A411-B352CCFE398B}" dt="2026-10-16T04:08:44.493" v="4741"/>
        <pc:sldMkLst>
          <pc:docMk/>
          <pc:sldMk cId="3818773007" sldId="2351"/>
        </pc:sldMkLst>
        <pc:spChg chg="add mod">
          <ac:chgData name="수인 이" userId="a6bf09c0c2b50d42" providerId="LiveId" clId="{31FA811E-BE37-4C2B-A411-B352CCFE398B}" dt="2026-10-16T03:06:51.721" v="1011" actId="20577"/>
          <ac:spMkLst>
            <pc:docMk/>
            <pc:sldMk cId="3818773007" sldId="2351"/>
            <ac:spMk id="8" creationId="{CE4F0137-B726-F5AE-08C4-FE7AC3FD4CE7}"/>
          </ac:spMkLst>
        </pc:spChg>
        <pc:spChg chg="add mod">
          <ac:chgData name="수인 이" userId="a6bf09c0c2b50d42" providerId="LiveId" clId="{31FA811E-BE37-4C2B-A411-B352CCFE398B}" dt="2026-10-16T03:10:54.456" v="1112" actId="1076"/>
          <ac:spMkLst>
            <pc:docMk/>
            <pc:sldMk cId="3818773007" sldId="2351"/>
            <ac:spMk id="9" creationId="{4D0E4108-FE64-0497-7B3F-DA2D92883FFD}"/>
          </ac:spMkLst>
        </pc:spChg>
        <pc:spChg chg="add mod">
          <ac:chgData name="수인 이" userId="a6bf09c0c2b50d42" providerId="LiveId" clId="{31FA811E-BE37-4C2B-A411-B352CCFE398B}" dt="2026-10-16T03:10:54.456" v="1112" actId="1076"/>
          <ac:spMkLst>
            <pc:docMk/>
            <pc:sldMk cId="3818773007" sldId="2351"/>
            <ac:spMk id="10" creationId="{A7D86E94-6181-D31A-1975-1540930D27A2}"/>
          </ac:spMkLst>
        </pc:spChg>
        <pc:spChg chg="add mod">
          <ac:chgData name="수인 이" userId="a6bf09c0c2b50d42" providerId="LiveId" clId="{31FA811E-BE37-4C2B-A411-B352CCFE398B}" dt="2026-10-16T03:10:54.456" v="1112" actId="1076"/>
          <ac:spMkLst>
            <pc:docMk/>
            <pc:sldMk cId="3818773007" sldId="2351"/>
            <ac:spMk id="11" creationId="{0E2FF01C-B2BE-2DF7-2081-C7E9DA14B32F}"/>
          </ac:spMkLst>
        </pc:spChg>
        <pc:spChg chg="add mod">
          <ac:chgData name="수인 이" userId="a6bf09c0c2b50d42" providerId="LiveId" clId="{31FA811E-BE37-4C2B-A411-B352CCFE398B}" dt="2026-10-16T03:09:55.829" v="1105" actId="1076"/>
          <ac:spMkLst>
            <pc:docMk/>
            <pc:sldMk cId="3818773007" sldId="2351"/>
            <ac:spMk id="14" creationId="{75A02A73-1981-7DE2-1392-A3E31A08ACBD}"/>
          </ac:spMkLst>
        </pc:spChg>
        <pc:spChg chg="add mod">
          <ac:chgData name="수인 이" userId="a6bf09c0c2b50d42" providerId="LiveId" clId="{31FA811E-BE37-4C2B-A411-B352CCFE398B}" dt="2026-10-16T04:08:44.493" v="4741"/>
          <ac:spMkLst>
            <pc:docMk/>
            <pc:sldMk cId="3818773007" sldId="2351"/>
            <ac:spMk id="15" creationId="{CC35CDC7-E2D0-FB61-A6C9-8D68AE4AB68C}"/>
          </ac:spMkLst>
        </pc:spChg>
        <pc:spChg chg="add mod">
          <ac:chgData name="수인 이" userId="a6bf09c0c2b50d42" providerId="LiveId" clId="{31FA811E-BE37-4C2B-A411-B352CCFE398B}" dt="2026-10-16T03:09:55.829" v="1105" actId="1076"/>
          <ac:spMkLst>
            <pc:docMk/>
            <pc:sldMk cId="3818773007" sldId="2351"/>
            <ac:spMk id="16" creationId="{002A8EEA-6D3F-B4B5-4A7C-081CCA580A02}"/>
          </ac:spMkLst>
        </pc:spChg>
        <pc:spChg chg="add mod">
          <ac:chgData name="수인 이" userId="a6bf09c0c2b50d42" providerId="LiveId" clId="{31FA811E-BE37-4C2B-A411-B352CCFE398B}" dt="2026-10-16T03:09:55.829" v="1105" actId="1076"/>
          <ac:spMkLst>
            <pc:docMk/>
            <pc:sldMk cId="3818773007" sldId="2351"/>
            <ac:spMk id="17" creationId="{9178F73B-9648-068E-118B-F695FD361112}"/>
          </ac:spMkLst>
        </pc:spChg>
        <pc:spChg chg="add mod">
          <ac:chgData name="수인 이" userId="a6bf09c0c2b50d42" providerId="LiveId" clId="{31FA811E-BE37-4C2B-A411-B352CCFE398B}" dt="2026-10-16T04:08:39.609" v="4740" actId="20577"/>
          <ac:spMkLst>
            <pc:docMk/>
            <pc:sldMk cId="3818773007" sldId="2351"/>
            <ac:spMk id="19" creationId="{52A54D8C-56E2-FA08-8482-0C75ECD7CB86}"/>
          </ac:spMkLst>
        </pc:spChg>
        <pc:spChg chg="add mod">
          <ac:chgData name="수인 이" userId="a6bf09c0c2b50d42" providerId="LiveId" clId="{31FA811E-BE37-4C2B-A411-B352CCFE398B}" dt="2026-10-16T03:09:55.829" v="1105" actId="1076"/>
          <ac:spMkLst>
            <pc:docMk/>
            <pc:sldMk cId="3818773007" sldId="2351"/>
            <ac:spMk id="20" creationId="{DBA2BE7B-1EF9-F32B-9219-9B02D078433A}"/>
          </ac:spMkLst>
        </pc:spChg>
        <pc:spChg chg="add mod">
          <ac:chgData name="수인 이" userId="a6bf09c0c2b50d42" providerId="LiveId" clId="{31FA811E-BE37-4C2B-A411-B352CCFE398B}" dt="2026-10-16T03:09:59.023" v="1106" actId="1076"/>
          <ac:spMkLst>
            <pc:docMk/>
            <pc:sldMk cId="3818773007" sldId="2351"/>
            <ac:spMk id="21" creationId="{33BFFA68-6E36-D255-64D8-D658C8973BBB}"/>
          </ac:spMkLst>
        </pc:spChg>
        <pc:spChg chg="add mod">
          <ac:chgData name="수인 이" userId="a6bf09c0c2b50d42" providerId="LiveId" clId="{31FA811E-BE37-4C2B-A411-B352CCFE398B}" dt="2026-10-16T03:09:55.829" v="1105" actId="1076"/>
          <ac:spMkLst>
            <pc:docMk/>
            <pc:sldMk cId="3818773007" sldId="2351"/>
            <ac:spMk id="22" creationId="{E70B232F-9494-BE05-4E97-84F48118462A}"/>
          </ac:spMkLst>
        </pc:spChg>
        <pc:spChg chg="add mod">
          <ac:chgData name="수인 이" userId="a6bf09c0c2b50d42" providerId="LiveId" clId="{31FA811E-BE37-4C2B-A411-B352CCFE398B}" dt="2026-10-16T03:09:55.829" v="1105" actId="1076"/>
          <ac:spMkLst>
            <pc:docMk/>
            <pc:sldMk cId="3818773007" sldId="2351"/>
            <ac:spMk id="23" creationId="{7416A479-0FD8-BCFF-20F1-CF96F0010DEB}"/>
          </ac:spMkLst>
        </pc:spChg>
        <pc:spChg chg="add mod">
          <ac:chgData name="수인 이" userId="a6bf09c0c2b50d42" providerId="LiveId" clId="{31FA811E-BE37-4C2B-A411-B352CCFE398B}" dt="2026-10-16T03:09:55.829" v="1105" actId="1076"/>
          <ac:spMkLst>
            <pc:docMk/>
            <pc:sldMk cId="3818773007" sldId="2351"/>
            <ac:spMk id="24" creationId="{968A176C-0007-7974-EE2E-A7AE4291CA33}"/>
          </ac:spMkLst>
        </pc:spChg>
        <pc:spChg chg="add mod">
          <ac:chgData name="수인 이" userId="a6bf09c0c2b50d42" providerId="LiveId" clId="{31FA811E-BE37-4C2B-A411-B352CCFE398B}" dt="2026-10-16T03:07:18.906" v="1017"/>
          <ac:spMkLst>
            <pc:docMk/>
            <pc:sldMk cId="3818773007" sldId="2351"/>
            <ac:spMk id="25" creationId="{9AC81E95-BFF2-A308-3A39-C1121554FE4A}"/>
          </ac:spMkLst>
        </pc:spChg>
        <pc:spChg chg="add mod">
          <ac:chgData name="수인 이" userId="a6bf09c0c2b50d42" providerId="LiveId" clId="{31FA811E-BE37-4C2B-A411-B352CCFE398B}" dt="2026-10-16T03:09:55.829" v="1105" actId="1076"/>
          <ac:spMkLst>
            <pc:docMk/>
            <pc:sldMk cId="3818773007" sldId="2351"/>
            <ac:spMk id="26" creationId="{6801F458-A376-8253-ED05-9DEA5C64AEF0}"/>
          </ac:spMkLst>
        </pc:spChg>
        <pc:spChg chg="add mod">
          <ac:chgData name="수인 이" userId="a6bf09c0c2b50d42" providerId="LiveId" clId="{31FA811E-BE37-4C2B-A411-B352CCFE398B}" dt="2026-10-16T03:32:05.319" v="3880" actId="20577"/>
          <ac:spMkLst>
            <pc:docMk/>
            <pc:sldMk cId="3818773007" sldId="2351"/>
            <ac:spMk id="27" creationId="{26711798-01FB-443E-A4EC-DA4F53AE53E4}"/>
          </ac:spMkLst>
        </pc:spChg>
        <pc:cxnChg chg="add mod">
          <ac:chgData name="수인 이" userId="a6bf09c0c2b50d42" providerId="LiveId" clId="{31FA811E-BE37-4C2B-A411-B352CCFE398B}" dt="2026-10-16T03:20:25.333" v="2730" actId="14100"/>
          <ac:cxnSpMkLst>
            <pc:docMk/>
            <pc:sldMk cId="3818773007" sldId="2351"/>
            <ac:cxnSpMk id="3" creationId="{2530A1BF-C46C-D7D0-E80C-5736BD6B0DC6}"/>
          </ac:cxnSpMkLst>
        </pc:cxnChg>
        <pc:cxnChg chg="add mod">
          <ac:chgData name="수인 이" userId="a6bf09c0c2b50d42" providerId="LiveId" clId="{31FA811E-BE37-4C2B-A411-B352CCFE398B}" dt="2026-10-16T03:20:22.814" v="2729" actId="14100"/>
          <ac:cxnSpMkLst>
            <pc:docMk/>
            <pc:sldMk cId="3818773007" sldId="2351"/>
            <ac:cxnSpMk id="7" creationId="{EF3EE5A6-4315-12E7-BAE7-B66FEFDD71BD}"/>
          </ac:cxnSpMkLst>
        </pc:cxnChg>
        <pc:cxnChg chg="add del">
          <ac:chgData name="수인 이" userId="a6bf09c0c2b50d42" providerId="LiveId" clId="{31FA811E-BE37-4C2B-A411-B352CCFE398B}" dt="2026-10-16T03:00:56.125" v="638" actId="478"/>
          <ac:cxnSpMkLst>
            <pc:docMk/>
            <pc:sldMk cId="3818773007" sldId="2351"/>
            <ac:cxnSpMk id="13" creationId="{89B95C2A-4420-D764-F738-6B1608B224AB}"/>
          </ac:cxnSpMkLst>
        </pc:cxnChg>
      </pc:sldChg>
      <pc:sldChg chg="add del">
        <pc:chgData name="수인 이" userId="a6bf09c0c2b50d42" providerId="LiveId" clId="{31FA811E-BE37-4C2B-A411-B352CCFE398B}" dt="2026-10-16T03:00:47.534" v="636"/>
        <pc:sldMkLst>
          <pc:docMk/>
          <pc:sldMk cId="86574456" sldId="2352"/>
        </pc:sldMkLst>
      </pc:sldChg>
      <pc:sldChg chg="addSp delSp modSp add mod">
        <pc:chgData name="수인 이" userId="a6bf09c0c2b50d42" providerId="LiveId" clId="{31FA811E-BE37-4C2B-A411-B352CCFE398B}" dt="2026-10-16T04:08:52.128" v="4743" actId="20577"/>
        <pc:sldMkLst>
          <pc:docMk/>
          <pc:sldMk cId="3427766734" sldId="2352"/>
        </pc:sldMkLst>
        <pc:spChg chg="add mod">
          <ac:chgData name="수인 이" userId="a6bf09c0c2b50d42" providerId="LiveId" clId="{31FA811E-BE37-4C2B-A411-B352CCFE398B}" dt="2026-10-16T04:08:52.128" v="4743" actId="20577"/>
          <ac:spMkLst>
            <pc:docMk/>
            <pc:sldMk cId="3427766734" sldId="2352"/>
            <ac:spMk id="2" creationId="{2610A644-86A9-F14A-A94D-96C555D5177E}"/>
          </ac:spMkLst>
        </pc:spChg>
        <pc:spChg chg="add mod">
          <ac:chgData name="수인 이" userId="a6bf09c0c2b50d42" providerId="LiveId" clId="{31FA811E-BE37-4C2B-A411-B352CCFE398B}" dt="2026-10-16T03:30:58.172" v="3867" actId="20577"/>
          <ac:spMkLst>
            <pc:docMk/>
            <pc:sldMk cId="3427766734" sldId="2352"/>
            <ac:spMk id="4" creationId="{A3C14A5C-4AAC-1440-848E-980752F44348}"/>
          </ac:spMkLst>
        </pc:spChg>
        <pc:spChg chg="add mod">
          <ac:chgData name="수인 이" userId="a6bf09c0c2b50d42" providerId="LiveId" clId="{31FA811E-BE37-4C2B-A411-B352CCFE398B}" dt="2026-10-16T03:28:06.078" v="3734" actId="108"/>
          <ac:spMkLst>
            <pc:docMk/>
            <pc:sldMk cId="3427766734" sldId="2352"/>
            <ac:spMk id="5" creationId="{F2A3BB39-20DE-7B96-7DF3-8C57A0DC019D}"/>
          </ac:spMkLst>
        </pc:spChg>
        <pc:spChg chg="mod">
          <ac:chgData name="수인 이" userId="a6bf09c0c2b50d42" providerId="LiveId" clId="{31FA811E-BE37-4C2B-A411-B352CCFE398B}" dt="2026-10-16T03:28:06.078" v="3734" actId="108"/>
          <ac:spMkLst>
            <pc:docMk/>
            <pc:sldMk cId="3427766734" sldId="2352"/>
            <ac:spMk id="8" creationId="{CE4F0137-B726-F5AE-08C4-FE7AC3FD4CE7}"/>
          </ac:spMkLst>
        </pc:spChg>
        <pc:spChg chg="del">
          <ac:chgData name="수인 이" userId="a6bf09c0c2b50d42" providerId="LiveId" clId="{31FA811E-BE37-4C2B-A411-B352CCFE398B}" dt="2026-10-16T03:17:00.170" v="2249" actId="478"/>
          <ac:spMkLst>
            <pc:docMk/>
            <pc:sldMk cId="3427766734" sldId="2352"/>
            <ac:spMk id="9" creationId="{4D0E4108-FE64-0497-7B3F-DA2D92883FFD}"/>
          </ac:spMkLst>
        </pc:spChg>
        <pc:spChg chg="del mod">
          <ac:chgData name="수인 이" userId="a6bf09c0c2b50d42" providerId="LiveId" clId="{31FA811E-BE37-4C2B-A411-B352CCFE398B}" dt="2026-10-16T03:17:50.865" v="2342" actId="478"/>
          <ac:spMkLst>
            <pc:docMk/>
            <pc:sldMk cId="3427766734" sldId="2352"/>
            <ac:spMk id="10" creationId="{A7D86E94-6181-D31A-1975-1540930D27A2}"/>
          </ac:spMkLst>
        </pc:spChg>
        <pc:spChg chg="del">
          <ac:chgData name="수인 이" userId="a6bf09c0c2b50d42" providerId="LiveId" clId="{31FA811E-BE37-4C2B-A411-B352CCFE398B}" dt="2026-10-16T03:17:53.664" v="2343" actId="478"/>
          <ac:spMkLst>
            <pc:docMk/>
            <pc:sldMk cId="3427766734" sldId="2352"/>
            <ac:spMk id="11" creationId="{0E2FF01C-B2BE-2DF7-2081-C7E9DA14B32F}"/>
          </ac:spMkLst>
        </pc:spChg>
        <pc:spChg chg="add del mod">
          <ac:chgData name="수인 이" userId="a6bf09c0c2b50d42" providerId="LiveId" clId="{31FA811E-BE37-4C2B-A411-B352CCFE398B}" dt="2026-10-16T03:27:42.402" v="3727" actId="478"/>
          <ac:spMkLst>
            <pc:docMk/>
            <pc:sldMk cId="3427766734" sldId="2352"/>
            <ac:spMk id="12" creationId="{EC063FCB-2C65-2BDB-B998-3EFAACE9B92E}"/>
          </ac:spMkLst>
        </pc:spChg>
        <pc:spChg chg="mod">
          <ac:chgData name="수인 이" userId="a6bf09c0c2b50d42" providerId="LiveId" clId="{31FA811E-BE37-4C2B-A411-B352CCFE398B}" dt="2026-10-16T03:31:02.853" v="3871" actId="5793"/>
          <ac:spMkLst>
            <pc:docMk/>
            <pc:sldMk cId="3427766734" sldId="2352"/>
            <ac:spMk id="14" creationId="{75A02A73-1981-7DE2-1392-A3E31A08ACBD}"/>
          </ac:spMkLst>
        </pc:spChg>
        <pc:spChg chg="del">
          <ac:chgData name="수인 이" userId="a6bf09c0c2b50d42" providerId="LiveId" clId="{31FA811E-BE37-4C2B-A411-B352CCFE398B}" dt="2026-10-16T03:17:53.664" v="2343" actId="478"/>
          <ac:spMkLst>
            <pc:docMk/>
            <pc:sldMk cId="3427766734" sldId="2352"/>
            <ac:spMk id="15" creationId="{CC35CDC7-E2D0-FB61-A6C9-8D68AE4AB68C}"/>
          </ac:spMkLst>
        </pc:spChg>
        <pc:spChg chg="del">
          <ac:chgData name="수인 이" userId="a6bf09c0c2b50d42" providerId="LiveId" clId="{31FA811E-BE37-4C2B-A411-B352CCFE398B}" dt="2026-10-16T03:17:53.664" v="2343" actId="478"/>
          <ac:spMkLst>
            <pc:docMk/>
            <pc:sldMk cId="3427766734" sldId="2352"/>
            <ac:spMk id="16" creationId="{002A8EEA-6D3F-B4B5-4A7C-081CCA580A02}"/>
          </ac:spMkLst>
        </pc:spChg>
        <pc:spChg chg="del mod">
          <ac:chgData name="수인 이" userId="a6bf09c0c2b50d42" providerId="LiveId" clId="{31FA811E-BE37-4C2B-A411-B352CCFE398B}" dt="2026-10-16T03:17:09.420" v="2258"/>
          <ac:spMkLst>
            <pc:docMk/>
            <pc:sldMk cId="3427766734" sldId="2352"/>
            <ac:spMk id="17" creationId="{9178F73B-9648-068E-118B-F695FD361112}"/>
          </ac:spMkLst>
        </pc:spChg>
        <pc:spChg chg="del">
          <ac:chgData name="수인 이" userId="a6bf09c0c2b50d42" providerId="LiveId" clId="{31FA811E-BE37-4C2B-A411-B352CCFE398B}" dt="2026-10-16T03:17:53.664" v="2343" actId="478"/>
          <ac:spMkLst>
            <pc:docMk/>
            <pc:sldMk cId="3427766734" sldId="2352"/>
            <ac:spMk id="19" creationId="{52A54D8C-56E2-FA08-8482-0C75ECD7CB86}"/>
          </ac:spMkLst>
        </pc:spChg>
        <pc:spChg chg="del">
          <ac:chgData name="수인 이" userId="a6bf09c0c2b50d42" providerId="LiveId" clId="{31FA811E-BE37-4C2B-A411-B352CCFE398B}" dt="2026-10-16T03:17:53.664" v="2343" actId="478"/>
          <ac:spMkLst>
            <pc:docMk/>
            <pc:sldMk cId="3427766734" sldId="2352"/>
            <ac:spMk id="20" creationId="{DBA2BE7B-1EF9-F32B-9219-9B02D078433A}"/>
          </ac:spMkLst>
        </pc:spChg>
        <pc:spChg chg="del">
          <ac:chgData name="수인 이" userId="a6bf09c0c2b50d42" providerId="LiveId" clId="{31FA811E-BE37-4C2B-A411-B352CCFE398B}" dt="2026-10-16T03:17:53.664" v="2343" actId="478"/>
          <ac:spMkLst>
            <pc:docMk/>
            <pc:sldMk cId="3427766734" sldId="2352"/>
            <ac:spMk id="21" creationId="{33BFFA68-6E36-D255-64D8-D658C8973BBB}"/>
          </ac:spMkLst>
        </pc:spChg>
        <pc:spChg chg="del">
          <ac:chgData name="수인 이" userId="a6bf09c0c2b50d42" providerId="LiveId" clId="{31FA811E-BE37-4C2B-A411-B352CCFE398B}" dt="2026-10-16T03:17:03.004" v="2250" actId="478"/>
          <ac:spMkLst>
            <pc:docMk/>
            <pc:sldMk cId="3427766734" sldId="2352"/>
            <ac:spMk id="22" creationId="{E70B232F-9494-BE05-4E97-84F48118462A}"/>
          </ac:spMkLst>
        </pc:spChg>
        <pc:spChg chg="del">
          <ac:chgData name="수인 이" userId="a6bf09c0c2b50d42" providerId="LiveId" clId="{31FA811E-BE37-4C2B-A411-B352CCFE398B}" dt="2026-10-16T03:17:53.664" v="2343" actId="478"/>
          <ac:spMkLst>
            <pc:docMk/>
            <pc:sldMk cId="3427766734" sldId="2352"/>
            <ac:spMk id="23" creationId="{7416A479-0FD8-BCFF-20F1-CF96F0010DEB}"/>
          </ac:spMkLst>
        </pc:spChg>
        <pc:spChg chg="del">
          <ac:chgData name="수인 이" userId="a6bf09c0c2b50d42" providerId="LiveId" clId="{31FA811E-BE37-4C2B-A411-B352CCFE398B}" dt="2026-10-16T03:17:53.664" v="2343" actId="478"/>
          <ac:spMkLst>
            <pc:docMk/>
            <pc:sldMk cId="3427766734" sldId="2352"/>
            <ac:spMk id="24" creationId="{968A176C-0007-7974-EE2E-A7AE4291CA33}"/>
          </ac:spMkLst>
        </pc:spChg>
        <pc:spChg chg="del">
          <ac:chgData name="수인 이" userId="a6bf09c0c2b50d42" providerId="LiveId" clId="{31FA811E-BE37-4C2B-A411-B352CCFE398B}" dt="2026-10-16T03:17:53.664" v="2343" actId="478"/>
          <ac:spMkLst>
            <pc:docMk/>
            <pc:sldMk cId="3427766734" sldId="2352"/>
            <ac:spMk id="26" creationId="{6801F458-A376-8253-ED05-9DEA5C64AEF0}"/>
          </ac:spMkLst>
        </pc:spChg>
        <pc:spChg chg="del">
          <ac:chgData name="수인 이" userId="a6bf09c0c2b50d42" providerId="LiveId" clId="{31FA811E-BE37-4C2B-A411-B352CCFE398B}" dt="2026-10-16T03:17:15.667" v="2259" actId="478"/>
          <ac:spMkLst>
            <pc:docMk/>
            <pc:sldMk cId="3427766734" sldId="2352"/>
            <ac:spMk id="27" creationId="{26711798-01FB-443E-A4EC-DA4F53AE53E4}"/>
          </ac:spMkLst>
        </pc:spChg>
        <pc:spChg chg="add del mod ord">
          <ac:chgData name="수인 이" userId="a6bf09c0c2b50d42" providerId="LiveId" clId="{31FA811E-BE37-4C2B-A411-B352CCFE398B}" dt="2026-10-16T03:27:42.402" v="3727" actId="478"/>
          <ac:spMkLst>
            <pc:docMk/>
            <pc:sldMk cId="3427766734" sldId="2352"/>
            <ac:spMk id="33" creationId="{3FE74679-3EFA-B6C7-8187-1C28622FE919}"/>
          </ac:spMkLst>
        </pc:spChg>
        <pc:spChg chg="add mod">
          <ac:chgData name="수인 이" userId="a6bf09c0c2b50d42" providerId="LiveId" clId="{31FA811E-BE37-4C2B-A411-B352CCFE398B}" dt="2026-10-16T03:26:10.801" v="3620"/>
          <ac:spMkLst>
            <pc:docMk/>
            <pc:sldMk cId="3427766734" sldId="2352"/>
            <ac:spMk id="34" creationId="{31ACB4D5-6C52-71F8-9151-99E3F82E258E}"/>
          </ac:spMkLst>
        </pc:spChg>
        <pc:spChg chg="add del mod">
          <ac:chgData name="수인 이" userId="a6bf09c0c2b50d42" providerId="LiveId" clId="{31FA811E-BE37-4C2B-A411-B352CCFE398B}" dt="2026-10-16T03:27:42.402" v="3727" actId="478"/>
          <ac:spMkLst>
            <pc:docMk/>
            <pc:sldMk cId="3427766734" sldId="2352"/>
            <ac:spMk id="35" creationId="{466A93AE-35B4-2756-9459-AA60FBF877CE}"/>
          </ac:spMkLst>
        </pc:spChg>
        <pc:spChg chg="add del mod">
          <ac:chgData name="수인 이" userId="a6bf09c0c2b50d42" providerId="LiveId" clId="{31FA811E-BE37-4C2B-A411-B352CCFE398B}" dt="2026-10-16T03:27:42.402" v="3727" actId="478"/>
          <ac:spMkLst>
            <pc:docMk/>
            <pc:sldMk cId="3427766734" sldId="2352"/>
            <ac:spMk id="36" creationId="{62292E74-FB73-1B30-3E29-12C98409C27B}"/>
          </ac:spMkLst>
        </pc:spChg>
        <pc:picChg chg="add del mod">
          <ac:chgData name="수인 이" userId="a6bf09c0c2b50d42" providerId="LiveId" clId="{31FA811E-BE37-4C2B-A411-B352CCFE398B}" dt="2026-10-16T03:24:29.265" v="3595" actId="478"/>
          <ac:picMkLst>
            <pc:docMk/>
            <pc:sldMk cId="3427766734" sldId="2352"/>
            <ac:picMk id="18" creationId="{05AD619D-4F58-4FE6-A700-2C1EF9353BA4}"/>
          </ac:picMkLst>
        </pc:picChg>
        <pc:picChg chg="add del mod">
          <ac:chgData name="수인 이" userId="a6bf09c0c2b50d42" providerId="LiveId" clId="{31FA811E-BE37-4C2B-A411-B352CCFE398B}" dt="2026-10-16T03:27:42.402" v="3727" actId="478"/>
          <ac:picMkLst>
            <pc:docMk/>
            <pc:sldMk cId="3427766734" sldId="2352"/>
            <ac:picMk id="28" creationId="{D4B2F358-7FEF-4BB2-E5D8-DA7C9143FF44}"/>
          </ac:picMkLst>
        </pc:picChg>
        <pc:picChg chg="add del mod">
          <ac:chgData name="수인 이" userId="a6bf09c0c2b50d42" providerId="LiveId" clId="{31FA811E-BE37-4C2B-A411-B352CCFE398B}" dt="2026-10-16T03:27:42.402" v="3727" actId="478"/>
          <ac:picMkLst>
            <pc:docMk/>
            <pc:sldMk cId="3427766734" sldId="2352"/>
            <ac:picMk id="30" creationId="{53234666-32FF-A187-9AE7-890B67BE6FBF}"/>
          </ac:picMkLst>
        </pc:picChg>
        <pc:picChg chg="add del mod">
          <ac:chgData name="수인 이" userId="a6bf09c0c2b50d42" providerId="LiveId" clId="{31FA811E-BE37-4C2B-A411-B352CCFE398B}" dt="2026-10-16T03:27:42.402" v="3727" actId="478"/>
          <ac:picMkLst>
            <pc:docMk/>
            <pc:sldMk cId="3427766734" sldId="2352"/>
            <ac:picMk id="32" creationId="{B71D7D16-D368-C1E1-E0CF-EAA52584841A}"/>
          </ac:picMkLst>
        </pc:picChg>
        <pc:cxnChg chg="del">
          <ac:chgData name="수인 이" userId="a6bf09c0c2b50d42" providerId="LiveId" clId="{31FA811E-BE37-4C2B-A411-B352CCFE398B}" dt="2026-10-16T03:17:28.869" v="2271" actId="478"/>
          <ac:cxnSpMkLst>
            <pc:docMk/>
            <pc:sldMk cId="3427766734" sldId="2352"/>
            <ac:cxnSpMk id="3" creationId="{2530A1BF-C46C-D7D0-E80C-5736BD6B0DC6}"/>
          </ac:cxnSpMkLst>
        </pc:cxnChg>
        <pc:cxnChg chg="del">
          <ac:chgData name="수인 이" userId="a6bf09c0c2b50d42" providerId="LiveId" clId="{31FA811E-BE37-4C2B-A411-B352CCFE398B}" dt="2026-10-16T03:17:53.664" v="2343" actId="478"/>
          <ac:cxnSpMkLst>
            <pc:docMk/>
            <pc:sldMk cId="3427766734" sldId="2352"/>
            <ac:cxnSpMk id="7" creationId="{EF3EE5A6-4315-12E7-BAE7-B66FEFDD71BD}"/>
          </ac:cxnSpMkLst>
        </pc:cxnChg>
      </pc:sldChg>
      <pc:sldChg chg="addSp delSp modSp add mod">
        <pc:chgData name="수인 이" userId="a6bf09c0c2b50d42" providerId="LiveId" clId="{31FA811E-BE37-4C2B-A411-B352CCFE398B}" dt="2026-10-16T03:31:51.838" v="3878" actId="1076"/>
        <pc:sldMkLst>
          <pc:docMk/>
          <pc:sldMk cId="1172281574" sldId="2353"/>
        </pc:sldMkLst>
        <pc:spChg chg="del">
          <ac:chgData name="수인 이" userId="a6bf09c0c2b50d42" providerId="LiveId" clId="{31FA811E-BE37-4C2B-A411-B352CCFE398B}" dt="2026-10-16T03:27:44.321" v="3728" actId="478"/>
          <ac:spMkLst>
            <pc:docMk/>
            <pc:sldMk cId="1172281574" sldId="2353"/>
            <ac:spMk id="2" creationId="{2610A644-86A9-F14A-A94D-96C555D5177E}"/>
          </ac:spMkLst>
        </pc:spChg>
        <pc:spChg chg="add mod">
          <ac:chgData name="수인 이" userId="a6bf09c0c2b50d42" providerId="LiveId" clId="{31FA811E-BE37-4C2B-A411-B352CCFE398B}" dt="2026-10-16T03:31:33.338" v="3876" actId="1076"/>
          <ac:spMkLst>
            <pc:docMk/>
            <pc:sldMk cId="1172281574" sldId="2353"/>
            <ac:spMk id="3" creationId="{7950A8F6-A641-B5F9-E6EF-DA1BD1996275}"/>
          </ac:spMkLst>
        </pc:spChg>
        <pc:spChg chg="del">
          <ac:chgData name="수인 이" userId="a6bf09c0c2b50d42" providerId="LiveId" clId="{31FA811E-BE37-4C2B-A411-B352CCFE398B}" dt="2026-10-16T03:27:44.321" v="3728" actId="478"/>
          <ac:spMkLst>
            <pc:docMk/>
            <pc:sldMk cId="1172281574" sldId="2353"/>
            <ac:spMk id="4" creationId="{A3C14A5C-4AAC-1440-848E-980752F44348}"/>
          </ac:spMkLst>
        </pc:spChg>
        <pc:spChg chg="mod">
          <ac:chgData name="수인 이" userId="a6bf09c0c2b50d42" providerId="LiveId" clId="{31FA811E-BE37-4C2B-A411-B352CCFE398B}" dt="2026-10-16T03:29:36.748" v="3799" actId="20577"/>
          <ac:spMkLst>
            <pc:docMk/>
            <pc:sldMk cId="1172281574" sldId="2353"/>
            <ac:spMk id="5" creationId="{F2A3BB39-20DE-7B96-7DF3-8C57A0DC019D}"/>
          </ac:spMkLst>
        </pc:spChg>
        <pc:spChg chg="add mod">
          <ac:chgData name="수인 이" userId="a6bf09c0c2b50d42" providerId="LiveId" clId="{31FA811E-BE37-4C2B-A411-B352CCFE398B}" dt="2026-10-16T03:31:33.338" v="3876" actId="1076"/>
          <ac:spMkLst>
            <pc:docMk/>
            <pc:sldMk cId="1172281574" sldId="2353"/>
            <ac:spMk id="6" creationId="{33F9019D-9B1D-AF3E-B1C4-205DE7855623}"/>
          </ac:spMkLst>
        </pc:spChg>
        <pc:spChg chg="mod">
          <ac:chgData name="수인 이" userId="a6bf09c0c2b50d42" providerId="LiveId" clId="{31FA811E-BE37-4C2B-A411-B352CCFE398B}" dt="2026-10-16T03:29:56.205" v="3832" actId="20577"/>
          <ac:spMkLst>
            <pc:docMk/>
            <pc:sldMk cId="1172281574" sldId="2353"/>
            <ac:spMk id="8" creationId="{CE4F0137-B726-F5AE-08C4-FE7AC3FD4CE7}"/>
          </ac:spMkLst>
        </pc:spChg>
        <pc:spChg chg="add mod">
          <ac:chgData name="수인 이" userId="a6bf09c0c2b50d42" providerId="LiveId" clId="{31FA811E-BE37-4C2B-A411-B352CCFE398B}" dt="2026-10-16T03:31:33.338" v="3876" actId="1076"/>
          <ac:spMkLst>
            <pc:docMk/>
            <pc:sldMk cId="1172281574" sldId="2353"/>
            <ac:spMk id="11" creationId="{C12B08C6-8BAC-2F0E-ED21-3B2917A0D602}"/>
          </ac:spMkLst>
        </pc:spChg>
        <pc:spChg chg="mod">
          <ac:chgData name="수인 이" userId="a6bf09c0c2b50d42" providerId="LiveId" clId="{31FA811E-BE37-4C2B-A411-B352CCFE398B}" dt="2026-10-16T03:31:33.338" v="3876" actId="1076"/>
          <ac:spMkLst>
            <pc:docMk/>
            <pc:sldMk cId="1172281574" sldId="2353"/>
            <ac:spMk id="12" creationId="{EC063FCB-2C65-2BDB-B998-3EFAACE9B92E}"/>
          </ac:spMkLst>
        </pc:spChg>
        <pc:spChg chg="add mod">
          <ac:chgData name="수인 이" userId="a6bf09c0c2b50d42" providerId="LiveId" clId="{31FA811E-BE37-4C2B-A411-B352CCFE398B}" dt="2026-10-16T03:31:33.338" v="3876" actId="1076"/>
          <ac:spMkLst>
            <pc:docMk/>
            <pc:sldMk cId="1172281574" sldId="2353"/>
            <ac:spMk id="13" creationId="{C3D0D1DE-E65E-4257-68B7-407B4777629B}"/>
          </ac:spMkLst>
        </pc:spChg>
        <pc:spChg chg="del">
          <ac:chgData name="수인 이" userId="a6bf09c0c2b50d42" providerId="LiveId" clId="{31FA811E-BE37-4C2B-A411-B352CCFE398B}" dt="2026-10-16T03:27:44.321" v="3728" actId="478"/>
          <ac:spMkLst>
            <pc:docMk/>
            <pc:sldMk cId="1172281574" sldId="2353"/>
            <ac:spMk id="14" creationId="{75A02A73-1981-7DE2-1392-A3E31A08ACBD}"/>
          </ac:spMkLst>
        </pc:spChg>
        <pc:spChg chg="mod">
          <ac:chgData name="수인 이" userId="a6bf09c0c2b50d42" providerId="LiveId" clId="{31FA811E-BE37-4C2B-A411-B352CCFE398B}" dt="2026-10-16T03:31:33.338" v="3876" actId="1076"/>
          <ac:spMkLst>
            <pc:docMk/>
            <pc:sldMk cId="1172281574" sldId="2353"/>
            <ac:spMk id="33" creationId="{3FE74679-3EFA-B6C7-8187-1C28622FE919}"/>
          </ac:spMkLst>
        </pc:spChg>
        <pc:spChg chg="mod">
          <ac:chgData name="수인 이" userId="a6bf09c0c2b50d42" providerId="LiveId" clId="{31FA811E-BE37-4C2B-A411-B352CCFE398B}" dt="2026-10-16T03:31:33.338" v="3876" actId="1076"/>
          <ac:spMkLst>
            <pc:docMk/>
            <pc:sldMk cId="1172281574" sldId="2353"/>
            <ac:spMk id="35" creationId="{466A93AE-35B4-2756-9459-AA60FBF877CE}"/>
          </ac:spMkLst>
        </pc:spChg>
        <pc:spChg chg="mod">
          <ac:chgData name="수인 이" userId="a6bf09c0c2b50d42" providerId="LiveId" clId="{31FA811E-BE37-4C2B-A411-B352CCFE398B}" dt="2026-10-16T03:31:33.338" v="3876" actId="1076"/>
          <ac:spMkLst>
            <pc:docMk/>
            <pc:sldMk cId="1172281574" sldId="2353"/>
            <ac:spMk id="36" creationId="{62292E74-FB73-1B30-3E29-12C98409C27B}"/>
          </ac:spMkLst>
        </pc:spChg>
        <pc:picChg chg="add del mod">
          <ac:chgData name="수인 이" userId="a6bf09c0c2b50d42" providerId="LiveId" clId="{31FA811E-BE37-4C2B-A411-B352CCFE398B}" dt="2026-10-16T03:28:54.915" v="3766" actId="478"/>
          <ac:picMkLst>
            <pc:docMk/>
            <pc:sldMk cId="1172281574" sldId="2353"/>
            <ac:picMk id="7" creationId="{F7EAF4E3-7C14-77D3-A4F0-309EC807EDF1}"/>
          </ac:picMkLst>
        </pc:picChg>
        <pc:picChg chg="add del mod">
          <ac:chgData name="수인 이" userId="a6bf09c0c2b50d42" providerId="LiveId" clId="{31FA811E-BE37-4C2B-A411-B352CCFE398B}" dt="2026-10-16T03:28:54.915" v="3766" actId="478"/>
          <ac:picMkLst>
            <pc:docMk/>
            <pc:sldMk cId="1172281574" sldId="2353"/>
            <ac:picMk id="9" creationId="{D118B561-4839-5C40-C21F-C3C65041E332}"/>
          </ac:picMkLst>
        </pc:picChg>
        <pc:picChg chg="add del mod">
          <ac:chgData name="수인 이" userId="a6bf09c0c2b50d42" providerId="LiveId" clId="{31FA811E-BE37-4C2B-A411-B352CCFE398B}" dt="2026-10-16T03:28:54.915" v="3766" actId="478"/>
          <ac:picMkLst>
            <pc:docMk/>
            <pc:sldMk cId="1172281574" sldId="2353"/>
            <ac:picMk id="10" creationId="{6A9E72EF-8198-8A93-09AD-FAB243D14D00}"/>
          </ac:picMkLst>
        </pc:picChg>
        <pc:picChg chg="add mod">
          <ac:chgData name="수인 이" userId="a6bf09c0c2b50d42" providerId="LiveId" clId="{31FA811E-BE37-4C2B-A411-B352CCFE398B}" dt="2026-10-16T03:31:33.338" v="3876" actId="1076"/>
          <ac:picMkLst>
            <pc:docMk/>
            <pc:sldMk cId="1172281574" sldId="2353"/>
            <ac:picMk id="16" creationId="{C1A8C962-DA1D-8F32-4AB3-21B23FB97AEA}"/>
          </ac:picMkLst>
        </pc:picChg>
        <pc:picChg chg="mod">
          <ac:chgData name="수인 이" userId="a6bf09c0c2b50d42" providerId="LiveId" clId="{31FA811E-BE37-4C2B-A411-B352CCFE398B}" dt="2026-10-16T03:31:33.338" v="3876" actId="1076"/>
          <ac:picMkLst>
            <pc:docMk/>
            <pc:sldMk cId="1172281574" sldId="2353"/>
            <ac:picMk id="28" creationId="{D4B2F358-7FEF-4BB2-E5D8-DA7C9143FF44}"/>
          </ac:picMkLst>
        </pc:picChg>
        <pc:picChg chg="mod">
          <ac:chgData name="수인 이" userId="a6bf09c0c2b50d42" providerId="LiveId" clId="{31FA811E-BE37-4C2B-A411-B352CCFE398B}" dt="2026-10-16T03:31:33.338" v="3876" actId="1076"/>
          <ac:picMkLst>
            <pc:docMk/>
            <pc:sldMk cId="1172281574" sldId="2353"/>
            <ac:picMk id="30" creationId="{53234666-32FF-A187-9AE7-890B67BE6FBF}"/>
          </ac:picMkLst>
        </pc:picChg>
        <pc:picChg chg="mod">
          <ac:chgData name="수인 이" userId="a6bf09c0c2b50d42" providerId="LiveId" clId="{31FA811E-BE37-4C2B-A411-B352CCFE398B}" dt="2026-10-16T03:31:51.838" v="3878" actId="1076"/>
          <ac:picMkLst>
            <pc:docMk/>
            <pc:sldMk cId="1172281574" sldId="2353"/>
            <ac:picMk id="32" creationId="{B71D7D16-D368-C1E1-E0CF-EAA52584841A}"/>
          </ac:picMkLst>
        </pc:picChg>
      </pc:sldChg>
      <pc:sldChg chg="delSp modSp add mod">
        <pc:chgData name="수인 이" userId="a6bf09c0c2b50d42" providerId="LiveId" clId="{31FA811E-BE37-4C2B-A411-B352CCFE398B}" dt="2026-10-16T03:35:25.941" v="3931"/>
        <pc:sldMkLst>
          <pc:docMk/>
          <pc:sldMk cId="4105154103" sldId="2354"/>
        </pc:sldMkLst>
        <pc:spChg chg="mod">
          <ac:chgData name="수인 이" userId="a6bf09c0c2b50d42" providerId="LiveId" clId="{31FA811E-BE37-4C2B-A411-B352CCFE398B}" dt="2026-10-16T03:35:25.941" v="3931"/>
          <ac:spMkLst>
            <pc:docMk/>
            <pc:sldMk cId="4105154103" sldId="2354"/>
            <ac:spMk id="2" creationId="{930BA6FF-B9BD-CA78-E5BE-7C5310E21292}"/>
          </ac:spMkLst>
        </pc:spChg>
        <pc:spChg chg="mod">
          <ac:chgData name="수인 이" userId="a6bf09c0c2b50d42" providerId="LiveId" clId="{31FA811E-BE37-4C2B-A411-B352CCFE398B}" dt="2026-10-16T03:34:55.330" v="3913"/>
          <ac:spMkLst>
            <pc:docMk/>
            <pc:sldMk cId="4105154103" sldId="2354"/>
            <ac:spMk id="3" creationId="{26412FFE-381D-E259-C419-E49CA2C70BEB}"/>
          </ac:spMkLst>
        </pc:spChg>
        <pc:spChg chg="mod">
          <ac:chgData name="수인 이" userId="a6bf09c0c2b50d42" providerId="LiveId" clId="{31FA811E-BE37-4C2B-A411-B352CCFE398B}" dt="2026-10-16T03:35:12.860" v="3925"/>
          <ac:spMkLst>
            <pc:docMk/>
            <pc:sldMk cId="4105154103" sldId="2354"/>
            <ac:spMk id="4" creationId="{AA835F44-7A53-1D5E-D4D1-4CC412F2F2B8}"/>
          </ac:spMkLst>
        </pc:spChg>
        <pc:spChg chg="mod">
          <ac:chgData name="수인 이" userId="a6bf09c0c2b50d42" providerId="LiveId" clId="{31FA811E-BE37-4C2B-A411-B352CCFE398B}" dt="2026-10-16T03:34:54.739" v="3911"/>
          <ac:spMkLst>
            <pc:docMk/>
            <pc:sldMk cId="4105154103" sldId="2354"/>
            <ac:spMk id="6" creationId="{26412FFE-381D-E259-C419-E49CA2C70BEB}"/>
          </ac:spMkLst>
        </pc:spChg>
        <pc:spChg chg="del mod">
          <ac:chgData name="수인 이" userId="a6bf09c0c2b50d42" providerId="LiveId" clId="{31FA811E-BE37-4C2B-A411-B352CCFE398B}" dt="2026-10-16T03:34:38.528" v="3905" actId="478"/>
          <ac:spMkLst>
            <pc:docMk/>
            <pc:sldMk cId="4105154103" sldId="2354"/>
            <ac:spMk id="7" creationId="{26412FFE-381D-E259-C419-E49CA2C70BEB}"/>
          </ac:spMkLst>
        </pc:spChg>
        <pc:spChg chg="del">
          <ac:chgData name="수인 이" userId="a6bf09c0c2b50d42" providerId="LiveId" clId="{31FA811E-BE37-4C2B-A411-B352CCFE398B}" dt="2026-10-16T03:34:38.050" v="3904" actId="478"/>
          <ac:spMkLst>
            <pc:docMk/>
            <pc:sldMk cId="4105154103" sldId="2354"/>
            <ac:spMk id="10" creationId="{26412FFE-381D-E259-C419-E49CA2C70BEB}"/>
          </ac:spMkLst>
        </pc:spChg>
      </pc:sldChg>
      <pc:sldChg chg="delSp modSp add mod">
        <pc:chgData name="수인 이" userId="a6bf09c0c2b50d42" providerId="LiveId" clId="{31FA811E-BE37-4C2B-A411-B352CCFE398B}" dt="2026-10-16T04:48:03.987" v="6425" actId="20577"/>
        <pc:sldMkLst>
          <pc:docMk/>
          <pc:sldMk cId="3367704392" sldId="2355"/>
        </pc:sldMkLst>
        <pc:spChg chg="mod">
          <ac:chgData name="수인 이" userId="a6bf09c0c2b50d42" providerId="LiveId" clId="{31FA811E-BE37-4C2B-A411-B352CCFE398B}" dt="2026-10-16T03:35:32.238" v="3934"/>
          <ac:spMkLst>
            <pc:docMk/>
            <pc:sldMk cId="3367704392" sldId="2355"/>
            <ac:spMk id="2" creationId="{C0523E43-399B-06BB-B831-7D00F8D0FCDC}"/>
          </ac:spMkLst>
        </pc:spChg>
        <pc:spChg chg="mod">
          <ac:chgData name="수인 이" userId="a6bf09c0c2b50d42" providerId="LiveId" clId="{31FA811E-BE37-4C2B-A411-B352CCFE398B}" dt="2026-10-16T03:35:14.647" v="3926"/>
          <ac:spMkLst>
            <pc:docMk/>
            <pc:sldMk cId="3367704392" sldId="2355"/>
            <ac:spMk id="4" creationId="{5F4BBFF5-2B44-79DB-42D0-CF2EE1B8ABD3}"/>
          </ac:spMkLst>
        </pc:spChg>
        <pc:spChg chg="mod">
          <ac:chgData name="수인 이" userId="a6bf09c0c2b50d42" providerId="LiveId" clId="{31FA811E-BE37-4C2B-A411-B352CCFE398B}" dt="2026-10-16T03:35:00.279" v="3921"/>
          <ac:spMkLst>
            <pc:docMk/>
            <pc:sldMk cId="3367704392" sldId="2355"/>
            <ac:spMk id="6" creationId="{DCE94ADE-A3CD-CC79-C7C7-DA22713612BD}"/>
          </ac:spMkLst>
        </pc:spChg>
        <pc:spChg chg="mod">
          <ac:chgData name="수인 이" userId="a6bf09c0c2b50d42" providerId="LiveId" clId="{31FA811E-BE37-4C2B-A411-B352CCFE398B}" dt="2026-10-16T04:48:03.987" v="6425" actId="20577"/>
          <ac:spMkLst>
            <pc:docMk/>
            <pc:sldMk cId="3367704392" sldId="2355"/>
            <ac:spMk id="7" creationId="{DCE94ADE-A3CD-CC79-C7C7-DA22713612BD}"/>
          </ac:spMkLst>
        </pc:spChg>
        <pc:spChg chg="del">
          <ac:chgData name="수인 이" userId="a6bf09c0c2b50d42" providerId="LiveId" clId="{31FA811E-BE37-4C2B-A411-B352CCFE398B}" dt="2026-10-16T03:34:51.129" v="3909" actId="478"/>
          <ac:spMkLst>
            <pc:docMk/>
            <pc:sldMk cId="3367704392" sldId="2355"/>
            <ac:spMk id="10" creationId="{DCE94ADE-A3CD-CC79-C7C7-DA22713612BD}"/>
          </ac:spMkLst>
        </pc:spChg>
      </pc:sldChg>
      <pc:sldChg chg="addSp delSp modSp add mod">
        <pc:chgData name="수인 이" userId="a6bf09c0c2b50d42" providerId="LiveId" clId="{31FA811E-BE37-4C2B-A411-B352CCFE398B}" dt="2026-10-16T03:57:28.614" v="4002" actId="1076"/>
        <pc:sldMkLst>
          <pc:docMk/>
          <pc:sldMk cId="1931248645" sldId="2356"/>
        </pc:sldMkLst>
        <pc:spChg chg="mod">
          <ac:chgData name="수인 이" userId="a6bf09c0c2b50d42" providerId="LiveId" clId="{31FA811E-BE37-4C2B-A411-B352CCFE398B}" dt="2026-10-16T03:36:02.130" v="3976" actId="20577"/>
          <ac:spMkLst>
            <pc:docMk/>
            <pc:sldMk cId="1931248645" sldId="2356"/>
            <ac:spMk id="8" creationId="{CE4F0137-B726-F5AE-08C4-FE7AC3FD4CE7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9" creationId="{4D0E4108-FE64-0497-7B3F-DA2D92883FFD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10" creationId="{A7D86E94-6181-D31A-1975-1540930D27A2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11" creationId="{0E2FF01C-B2BE-2DF7-2081-C7E9DA14B32F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14" creationId="{75A02A73-1981-7DE2-1392-A3E31A08ACBD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15" creationId="{CC35CDC7-E2D0-FB61-A6C9-8D68AE4AB68C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16" creationId="{002A8EEA-6D3F-B4B5-4A7C-081CCA580A02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17" creationId="{9178F73B-9648-068E-118B-F695FD361112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19" creationId="{52A54D8C-56E2-FA08-8482-0C75ECD7CB86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20" creationId="{DBA2BE7B-1EF9-F32B-9219-9B02D078433A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21" creationId="{33BFFA68-6E36-D255-64D8-D658C8973BBB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22" creationId="{E70B232F-9494-BE05-4E97-84F48118462A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23" creationId="{7416A479-0FD8-BCFF-20F1-CF96F0010DEB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24" creationId="{968A176C-0007-7974-EE2E-A7AE4291CA33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26" creationId="{6801F458-A376-8253-ED05-9DEA5C64AEF0}"/>
          </ac:spMkLst>
        </pc:spChg>
        <pc:spChg chg="del">
          <ac:chgData name="수인 이" userId="a6bf09c0c2b50d42" providerId="LiveId" clId="{31FA811E-BE37-4C2B-A411-B352CCFE398B}" dt="2026-10-16T03:35:52.183" v="3936" actId="478"/>
          <ac:spMkLst>
            <pc:docMk/>
            <pc:sldMk cId="1931248645" sldId="2356"/>
            <ac:spMk id="27" creationId="{26711798-01FB-443E-A4EC-DA4F53AE53E4}"/>
          </ac:spMkLst>
        </pc:spChg>
        <pc:picChg chg="add mod">
          <ac:chgData name="수인 이" userId="a6bf09c0c2b50d42" providerId="LiveId" clId="{31FA811E-BE37-4C2B-A411-B352CCFE398B}" dt="2026-10-16T03:57:17.372" v="3995" actId="1076"/>
          <ac:picMkLst>
            <pc:docMk/>
            <pc:sldMk cId="1931248645" sldId="2356"/>
            <ac:picMk id="4" creationId="{EC4A7B0F-EF10-BB8F-550D-B722A886ED4F}"/>
          </ac:picMkLst>
        </pc:picChg>
        <pc:picChg chg="add mod">
          <ac:chgData name="수인 이" userId="a6bf09c0c2b50d42" providerId="LiveId" clId="{31FA811E-BE37-4C2B-A411-B352CCFE398B}" dt="2026-10-16T03:57:28.614" v="4002" actId="1076"/>
          <ac:picMkLst>
            <pc:docMk/>
            <pc:sldMk cId="1931248645" sldId="2356"/>
            <ac:picMk id="6" creationId="{DA1471FA-28CC-E0EF-4AFD-7608064762B0}"/>
          </ac:picMkLst>
        </pc:picChg>
        <pc:cxnChg chg="del">
          <ac:chgData name="수인 이" userId="a6bf09c0c2b50d42" providerId="LiveId" clId="{31FA811E-BE37-4C2B-A411-B352CCFE398B}" dt="2026-10-16T03:35:52.183" v="3936" actId="478"/>
          <ac:cxnSpMkLst>
            <pc:docMk/>
            <pc:sldMk cId="1931248645" sldId="2356"/>
            <ac:cxnSpMk id="3" creationId="{2530A1BF-C46C-D7D0-E80C-5736BD6B0DC6}"/>
          </ac:cxnSpMkLst>
        </pc:cxnChg>
        <pc:cxnChg chg="del">
          <ac:chgData name="수인 이" userId="a6bf09c0c2b50d42" providerId="LiveId" clId="{31FA811E-BE37-4C2B-A411-B352CCFE398B}" dt="2026-10-16T03:35:52.183" v="3936" actId="478"/>
          <ac:cxnSpMkLst>
            <pc:docMk/>
            <pc:sldMk cId="1931248645" sldId="2356"/>
            <ac:cxnSpMk id="7" creationId="{EF3EE5A6-4315-12E7-BAE7-B66FEFDD71BD}"/>
          </ac:cxnSpMkLst>
        </pc:cxnChg>
      </pc:sldChg>
      <pc:sldChg chg="addSp delSp modSp add mod">
        <pc:chgData name="수인 이" userId="a6bf09c0c2b50d42" providerId="LiveId" clId="{31FA811E-BE37-4C2B-A411-B352CCFE398B}" dt="2026-10-16T03:58:44.674" v="4021" actId="1076"/>
        <pc:sldMkLst>
          <pc:docMk/>
          <pc:sldMk cId="3335508658" sldId="2357"/>
        </pc:sldMkLst>
        <pc:spChg chg="add del mod">
          <ac:chgData name="수인 이" userId="a6bf09c0c2b50d42" providerId="LiveId" clId="{31FA811E-BE37-4C2B-A411-B352CCFE398B}" dt="2026-10-16T03:56:50.816" v="3988" actId="478"/>
          <ac:spMkLst>
            <pc:docMk/>
            <pc:sldMk cId="3335508658" sldId="2357"/>
            <ac:spMk id="2" creationId="{2BA81F0C-F5A7-C4C7-8D0F-B1CDC295A579}"/>
          </ac:spMkLst>
        </pc:spChg>
        <pc:picChg chg="del">
          <ac:chgData name="수인 이" userId="a6bf09c0c2b50d42" providerId="LiveId" clId="{31FA811E-BE37-4C2B-A411-B352CCFE398B}" dt="2026-10-16T03:37:07.318" v="3979" actId="478"/>
          <ac:picMkLst>
            <pc:docMk/>
            <pc:sldMk cId="3335508658" sldId="2357"/>
            <ac:picMk id="4" creationId="{EC4A7B0F-EF10-BB8F-550D-B722A886ED4F}"/>
          </ac:picMkLst>
        </pc:picChg>
        <pc:picChg chg="add mod modCrop">
          <ac:chgData name="수인 이" userId="a6bf09c0c2b50d42" providerId="LiveId" clId="{31FA811E-BE37-4C2B-A411-B352CCFE398B}" dt="2026-10-16T03:58:44.674" v="4021" actId="1076"/>
          <ac:picMkLst>
            <pc:docMk/>
            <pc:sldMk cId="3335508658" sldId="2357"/>
            <ac:picMk id="5" creationId="{0AF7A096-CFBA-2B50-9208-AC1DB352B448}"/>
          </ac:picMkLst>
        </pc:picChg>
        <pc:picChg chg="add mod modCrop">
          <ac:chgData name="수인 이" userId="a6bf09c0c2b50d42" providerId="LiveId" clId="{31FA811E-BE37-4C2B-A411-B352CCFE398B}" dt="2026-10-16T03:58:43.251" v="4020" actId="1076"/>
          <ac:picMkLst>
            <pc:docMk/>
            <pc:sldMk cId="3335508658" sldId="2357"/>
            <ac:picMk id="6" creationId="{0553A9F8-C162-850E-4A34-F57964850EC8}"/>
          </ac:picMkLst>
        </pc:picChg>
      </pc:sldChg>
      <pc:sldChg chg="addSp delSp modSp add mod">
        <pc:chgData name="수인 이" userId="a6bf09c0c2b50d42" providerId="LiveId" clId="{31FA811E-BE37-4C2B-A411-B352CCFE398B}" dt="2026-10-16T03:58:17.774" v="4013" actId="1076"/>
        <pc:sldMkLst>
          <pc:docMk/>
          <pc:sldMk cId="2383820716" sldId="2358"/>
        </pc:sldMkLst>
        <pc:picChg chg="add mod">
          <ac:chgData name="수인 이" userId="a6bf09c0c2b50d42" providerId="LiveId" clId="{31FA811E-BE37-4C2B-A411-B352CCFE398B}" dt="2026-10-16T03:58:17.774" v="4013" actId="1076"/>
          <ac:picMkLst>
            <pc:docMk/>
            <pc:sldMk cId="2383820716" sldId="2358"/>
            <ac:picMk id="3" creationId="{5AE820CA-0BA8-7C30-6296-6965F4DA12C4}"/>
          </ac:picMkLst>
        </pc:picChg>
        <pc:picChg chg="del">
          <ac:chgData name="수인 이" userId="a6bf09c0c2b50d42" providerId="LiveId" clId="{31FA811E-BE37-4C2B-A411-B352CCFE398B}" dt="2026-10-16T03:57:46.544" v="4004" actId="478"/>
          <ac:picMkLst>
            <pc:docMk/>
            <pc:sldMk cId="2383820716" sldId="2358"/>
            <ac:picMk id="4" creationId="{EC4A7B0F-EF10-BB8F-550D-B722A886ED4F}"/>
          </ac:picMkLst>
        </pc:picChg>
        <pc:picChg chg="del">
          <ac:chgData name="수인 이" userId="a6bf09c0c2b50d42" providerId="LiveId" clId="{31FA811E-BE37-4C2B-A411-B352CCFE398B}" dt="2026-10-16T03:57:56.240" v="4005" actId="478"/>
          <ac:picMkLst>
            <pc:docMk/>
            <pc:sldMk cId="2383820716" sldId="2358"/>
            <ac:picMk id="6" creationId="{DA1471FA-28CC-E0EF-4AFD-7608064762B0}"/>
          </ac:picMkLst>
        </pc:picChg>
        <pc:picChg chg="add mod">
          <ac:chgData name="수인 이" userId="a6bf09c0c2b50d42" providerId="LiveId" clId="{31FA811E-BE37-4C2B-A411-B352CCFE398B}" dt="2026-10-16T03:58:17.774" v="4013" actId="1076"/>
          <ac:picMkLst>
            <pc:docMk/>
            <pc:sldMk cId="2383820716" sldId="2358"/>
            <ac:picMk id="7" creationId="{B7E67C9A-C292-E5CE-D5D5-AFA10807A892}"/>
          </ac:picMkLst>
        </pc:picChg>
      </pc:sldChg>
      <pc:sldChg chg="addSp delSp modSp add mod">
        <pc:chgData name="수인 이" userId="a6bf09c0c2b50d42" providerId="LiveId" clId="{31FA811E-BE37-4C2B-A411-B352CCFE398B}" dt="2026-10-16T04:05:59.004" v="4666" actId="1076"/>
        <pc:sldMkLst>
          <pc:docMk/>
          <pc:sldMk cId="3087292959" sldId="2359"/>
        </pc:sldMkLst>
        <pc:spChg chg="add mod">
          <ac:chgData name="수인 이" userId="a6bf09c0c2b50d42" providerId="LiveId" clId="{31FA811E-BE37-4C2B-A411-B352CCFE398B}" dt="2026-10-16T04:01:03.141" v="4114" actId="108"/>
          <ac:spMkLst>
            <pc:docMk/>
            <pc:sldMk cId="3087292959" sldId="2359"/>
            <ac:spMk id="2" creationId="{440B12E4-751B-0AC6-81F7-B01E6013A764}"/>
          </ac:spMkLst>
        </pc:spChg>
        <pc:spChg chg="add mod">
          <ac:chgData name="수인 이" userId="a6bf09c0c2b50d42" providerId="LiveId" clId="{31FA811E-BE37-4C2B-A411-B352CCFE398B}" dt="2026-10-16T04:01:03.141" v="4114" actId="108"/>
          <ac:spMkLst>
            <pc:docMk/>
            <pc:sldMk cId="3087292959" sldId="2359"/>
            <ac:spMk id="5" creationId="{ACC9AAB2-4DAB-57BC-3528-4BA734F8B602}"/>
          </ac:spMkLst>
        </pc:spChg>
        <pc:spChg chg="mod">
          <ac:chgData name="수인 이" userId="a6bf09c0c2b50d42" providerId="LiveId" clId="{31FA811E-BE37-4C2B-A411-B352CCFE398B}" dt="2026-10-16T04:01:03.141" v="4114" actId="108"/>
          <ac:spMkLst>
            <pc:docMk/>
            <pc:sldMk cId="3087292959" sldId="2359"/>
            <ac:spMk id="8" creationId="{CE4F0137-B726-F5AE-08C4-FE7AC3FD4CE7}"/>
          </ac:spMkLst>
        </pc:spChg>
        <pc:spChg chg="add mod">
          <ac:chgData name="수인 이" userId="a6bf09c0c2b50d42" providerId="LiveId" clId="{31FA811E-BE37-4C2B-A411-B352CCFE398B}" dt="2026-10-16T04:05:31.188" v="4657" actId="20577"/>
          <ac:spMkLst>
            <pc:docMk/>
            <pc:sldMk cId="3087292959" sldId="2359"/>
            <ac:spMk id="9" creationId="{205DD7BE-4B87-77FF-552D-5EC6C47C089A}"/>
          </ac:spMkLst>
        </pc:spChg>
        <pc:spChg chg="add mod ord">
          <ac:chgData name="수인 이" userId="a6bf09c0c2b50d42" providerId="LiveId" clId="{31FA811E-BE37-4C2B-A411-B352CCFE398B}" dt="2026-10-16T04:05:59.004" v="4666" actId="1076"/>
          <ac:spMkLst>
            <pc:docMk/>
            <pc:sldMk cId="3087292959" sldId="2359"/>
            <ac:spMk id="12" creationId="{5C48BAF6-793D-5DCC-B9AA-3FB5B639AC49}"/>
          </ac:spMkLst>
        </pc:spChg>
        <pc:picChg chg="del">
          <ac:chgData name="수인 이" userId="a6bf09c0c2b50d42" providerId="LiveId" clId="{31FA811E-BE37-4C2B-A411-B352CCFE398B}" dt="2026-10-16T03:59:13.442" v="4057" actId="478"/>
          <ac:picMkLst>
            <pc:docMk/>
            <pc:sldMk cId="3087292959" sldId="2359"/>
            <ac:picMk id="3" creationId="{5AE820CA-0BA8-7C30-6296-6965F4DA12C4}"/>
          </ac:picMkLst>
        </pc:picChg>
        <pc:picChg chg="del">
          <ac:chgData name="수인 이" userId="a6bf09c0c2b50d42" providerId="LiveId" clId="{31FA811E-BE37-4C2B-A411-B352CCFE398B}" dt="2026-10-16T03:59:13.608" v="4058" actId="478"/>
          <ac:picMkLst>
            <pc:docMk/>
            <pc:sldMk cId="3087292959" sldId="2359"/>
            <ac:picMk id="7" creationId="{B7E67C9A-C292-E5CE-D5D5-AFA10807A892}"/>
          </ac:picMkLst>
        </pc:picChg>
        <pc:picChg chg="add mod">
          <ac:chgData name="수인 이" userId="a6bf09c0c2b50d42" providerId="LiveId" clId="{31FA811E-BE37-4C2B-A411-B352CCFE398B}" dt="2026-10-16T04:05:59.004" v="4666" actId="1076"/>
          <ac:picMkLst>
            <pc:docMk/>
            <pc:sldMk cId="3087292959" sldId="2359"/>
            <ac:picMk id="11" creationId="{94BC5E68-6717-6DD3-20D2-3003E03A2ECB}"/>
          </ac:picMkLst>
        </pc:picChg>
      </pc:sldChg>
      <pc:sldChg chg="addSp delSp modSp add mod">
        <pc:chgData name="수인 이" userId="a6bf09c0c2b50d42" providerId="LiveId" clId="{31FA811E-BE37-4C2B-A411-B352CCFE398B}" dt="2026-10-16T04:04:57.744" v="4493" actId="1076"/>
        <pc:sldMkLst>
          <pc:docMk/>
          <pc:sldMk cId="1049651293" sldId="2360"/>
        </pc:sldMkLst>
        <pc:spChg chg="del">
          <ac:chgData name="수인 이" userId="a6bf09c0c2b50d42" providerId="LiveId" clId="{31FA811E-BE37-4C2B-A411-B352CCFE398B}" dt="2026-10-16T04:04:18.885" v="4481" actId="478"/>
          <ac:spMkLst>
            <pc:docMk/>
            <pc:sldMk cId="1049651293" sldId="2360"/>
            <ac:spMk id="2" creationId="{440B12E4-751B-0AC6-81F7-B01E6013A764}"/>
          </ac:spMkLst>
        </pc:spChg>
        <pc:spChg chg="del">
          <ac:chgData name="수인 이" userId="a6bf09c0c2b50d42" providerId="LiveId" clId="{31FA811E-BE37-4C2B-A411-B352CCFE398B}" dt="2026-10-16T04:04:17.603" v="4480" actId="478"/>
          <ac:spMkLst>
            <pc:docMk/>
            <pc:sldMk cId="1049651293" sldId="2360"/>
            <ac:spMk id="5" creationId="{ACC9AAB2-4DAB-57BC-3528-4BA734F8B602}"/>
          </ac:spMkLst>
        </pc:spChg>
        <pc:spChg chg="del">
          <ac:chgData name="수인 이" userId="a6bf09c0c2b50d42" providerId="LiveId" clId="{31FA811E-BE37-4C2B-A411-B352CCFE398B}" dt="2026-10-16T04:04:17.603" v="4480" actId="478"/>
          <ac:spMkLst>
            <pc:docMk/>
            <pc:sldMk cId="1049651293" sldId="2360"/>
            <ac:spMk id="9" creationId="{205DD7BE-4B87-77FF-552D-5EC6C47C089A}"/>
          </ac:spMkLst>
        </pc:spChg>
        <pc:picChg chg="add mod">
          <ac:chgData name="수인 이" userId="a6bf09c0c2b50d42" providerId="LiveId" clId="{31FA811E-BE37-4C2B-A411-B352CCFE398B}" dt="2026-10-16T04:04:57.744" v="4493" actId="1076"/>
          <ac:picMkLst>
            <pc:docMk/>
            <pc:sldMk cId="1049651293" sldId="2360"/>
            <ac:picMk id="4" creationId="{8C4FF4C9-649D-D116-56EF-48DFDB859FDF}"/>
          </ac:picMkLst>
        </pc:picChg>
        <pc:picChg chg="add mod">
          <ac:chgData name="수인 이" userId="a6bf09c0c2b50d42" providerId="LiveId" clId="{31FA811E-BE37-4C2B-A411-B352CCFE398B}" dt="2026-10-16T04:04:57.744" v="4493" actId="1076"/>
          <ac:picMkLst>
            <pc:docMk/>
            <pc:sldMk cId="1049651293" sldId="2360"/>
            <ac:picMk id="7" creationId="{018AC1F2-2007-DC07-2618-ABF9047DD5A7}"/>
          </ac:picMkLst>
        </pc:picChg>
        <pc:picChg chg="del">
          <ac:chgData name="수인 이" userId="a6bf09c0c2b50d42" providerId="LiveId" clId="{31FA811E-BE37-4C2B-A411-B352CCFE398B}" dt="2026-10-16T04:04:17.603" v="4480" actId="478"/>
          <ac:picMkLst>
            <pc:docMk/>
            <pc:sldMk cId="1049651293" sldId="2360"/>
            <ac:picMk id="11" creationId="{94BC5E68-6717-6DD3-20D2-3003E03A2ECB}"/>
          </ac:picMkLst>
        </pc:picChg>
      </pc:sldChg>
      <pc:sldChg chg="addSp delSp modSp add mod">
        <pc:chgData name="수인 이" userId="a6bf09c0c2b50d42" providerId="LiveId" clId="{31FA811E-BE37-4C2B-A411-B352CCFE398B}" dt="2026-10-16T04:22:04.675" v="5571" actId="255"/>
        <pc:sldMkLst>
          <pc:docMk/>
          <pc:sldMk cId="3151970446" sldId="2361"/>
        </pc:sldMkLst>
        <pc:spChg chg="add mod">
          <ac:chgData name="수인 이" userId="a6bf09c0c2b50d42" providerId="LiveId" clId="{31FA811E-BE37-4C2B-A411-B352CCFE398B}" dt="2026-10-16T04:21:31.552" v="5568" actId="1076"/>
          <ac:spMkLst>
            <pc:docMk/>
            <pc:sldMk cId="3151970446" sldId="2361"/>
            <ac:spMk id="2" creationId="{79D61304-1A70-EFF7-142D-F39E8906578A}"/>
          </ac:spMkLst>
        </pc:spChg>
        <pc:spChg chg="mod">
          <ac:chgData name="수인 이" userId="a6bf09c0c2b50d42" providerId="LiveId" clId="{31FA811E-BE37-4C2B-A411-B352CCFE398B}" dt="2026-10-16T04:22:04.675" v="5571" actId="255"/>
          <ac:spMkLst>
            <pc:docMk/>
            <pc:sldMk cId="3151970446" sldId="2361"/>
            <ac:spMk id="8" creationId="{CE4F0137-B726-F5AE-08C4-FE7AC3FD4CE7}"/>
          </ac:spMkLst>
        </pc:spChg>
        <pc:spChg chg="add mod">
          <ac:chgData name="수인 이" userId="a6bf09c0c2b50d42" providerId="LiveId" clId="{31FA811E-BE37-4C2B-A411-B352CCFE398B}" dt="2026-10-16T04:14:12.266" v="5349"/>
          <ac:spMkLst>
            <pc:docMk/>
            <pc:sldMk cId="3151970446" sldId="2361"/>
            <ac:spMk id="10" creationId="{FF1A0E86-EDCD-A538-B3AF-F8BB7B0EED2D}"/>
          </ac:spMkLst>
        </pc:spChg>
        <pc:spChg chg="add mod">
          <ac:chgData name="수인 이" userId="a6bf09c0c2b50d42" providerId="LiveId" clId="{31FA811E-BE37-4C2B-A411-B352CCFE398B}" dt="2026-10-16T04:14:12.266" v="5349"/>
          <ac:spMkLst>
            <pc:docMk/>
            <pc:sldMk cId="3151970446" sldId="2361"/>
            <ac:spMk id="11" creationId="{56303373-91D6-8297-98F7-0942CF16C767}"/>
          </ac:spMkLst>
        </pc:spChg>
        <pc:spChg chg="add del mod ord">
          <ac:chgData name="수인 이" userId="a6bf09c0c2b50d42" providerId="LiveId" clId="{31FA811E-BE37-4C2B-A411-B352CCFE398B}" dt="2026-10-16T04:21:28.626" v="5566" actId="14100"/>
          <ac:spMkLst>
            <pc:docMk/>
            <pc:sldMk cId="3151970446" sldId="2361"/>
            <ac:spMk id="12" creationId="{30A90520-5197-9323-18B3-661F1F364A80}"/>
          </ac:spMkLst>
        </pc:spChg>
        <pc:spChg chg="add del mod">
          <ac:chgData name="수인 이" userId="a6bf09c0c2b50d42" providerId="LiveId" clId="{31FA811E-BE37-4C2B-A411-B352CCFE398B}" dt="2026-10-16T04:14:22.293" v="5353" actId="478"/>
          <ac:spMkLst>
            <pc:docMk/>
            <pc:sldMk cId="3151970446" sldId="2361"/>
            <ac:spMk id="13" creationId="{A23B08B4-4587-B6B4-3B45-E40CB69FD381}"/>
          </ac:spMkLst>
        </pc:spChg>
        <pc:spChg chg="add del mod ord">
          <ac:chgData name="수인 이" userId="a6bf09c0c2b50d42" providerId="LiveId" clId="{31FA811E-BE37-4C2B-A411-B352CCFE398B}" dt="2026-10-16T04:18:47.540" v="5530" actId="1076"/>
          <ac:spMkLst>
            <pc:docMk/>
            <pc:sldMk cId="3151970446" sldId="2361"/>
            <ac:spMk id="14" creationId="{DC9A4237-8223-88B2-2AC9-35142707AD92}"/>
          </ac:spMkLst>
        </pc:spChg>
        <pc:spChg chg="add del mod ord">
          <ac:chgData name="수인 이" userId="a6bf09c0c2b50d42" providerId="LiveId" clId="{31FA811E-BE37-4C2B-A411-B352CCFE398B}" dt="2026-10-16T04:18:47.540" v="5530" actId="1076"/>
          <ac:spMkLst>
            <pc:docMk/>
            <pc:sldMk cId="3151970446" sldId="2361"/>
            <ac:spMk id="15" creationId="{95816FA4-0D89-D970-877A-A1FDD3AD2F5E}"/>
          </ac:spMkLst>
        </pc:spChg>
        <pc:spChg chg="add mod">
          <ac:chgData name="수인 이" userId="a6bf09c0c2b50d42" providerId="LiveId" clId="{31FA811E-BE37-4C2B-A411-B352CCFE398B}" dt="2026-10-16T04:19:17.304" v="5535" actId="14100"/>
          <ac:spMkLst>
            <pc:docMk/>
            <pc:sldMk cId="3151970446" sldId="2361"/>
            <ac:spMk id="17" creationId="{F46CB4E8-F735-7F45-181F-74AC521B1C96}"/>
          </ac:spMkLst>
        </pc:spChg>
        <pc:spChg chg="add mod">
          <ac:chgData name="수인 이" userId="a6bf09c0c2b50d42" providerId="LiveId" clId="{31FA811E-BE37-4C2B-A411-B352CCFE398B}" dt="2026-10-16T04:18:47.540" v="5530" actId="1076"/>
          <ac:spMkLst>
            <pc:docMk/>
            <pc:sldMk cId="3151970446" sldId="2361"/>
            <ac:spMk id="18" creationId="{7202B8D3-DA43-CC01-98D0-91B83016A833}"/>
          </ac:spMkLst>
        </pc:spChg>
        <pc:spChg chg="add mod">
          <ac:chgData name="수인 이" userId="a6bf09c0c2b50d42" providerId="LiveId" clId="{31FA811E-BE37-4C2B-A411-B352CCFE398B}" dt="2026-10-16T04:18:47.540" v="5530" actId="1076"/>
          <ac:spMkLst>
            <pc:docMk/>
            <pc:sldMk cId="3151970446" sldId="2361"/>
            <ac:spMk id="19" creationId="{53D6162C-A579-35C1-7DF3-A15EBBA9F671}"/>
          </ac:spMkLst>
        </pc:spChg>
        <pc:spChg chg="add mod">
          <ac:chgData name="수인 이" userId="a6bf09c0c2b50d42" providerId="LiveId" clId="{31FA811E-BE37-4C2B-A411-B352CCFE398B}" dt="2026-10-16T04:19:13.432" v="5533" actId="20577"/>
          <ac:spMkLst>
            <pc:docMk/>
            <pc:sldMk cId="3151970446" sldId="2361"/>
            <ac:spMk id="20" creationId="{A244C9CC-6CDD-96A4-CF19-995883D1B34E}"/>
          </ac:spMkLst>
        </pc:spChg>
        <pc:spChg chg="add mod">
          <ac:chgData name="수인 이" userId="a6bf09c0c2b50d42" providerId="LiveId" clId="{31FA811E-BE37-4C2B-A411-B352CCFE398B}" dt="2026-10-16T04:19:21.358" v="5536" actId="1076"/>
          <ac:spMkLst>
            <pc:docMk/>
            <pc:sldMk cId="3151970446" sldId="2361"/>
            <ac:spMk id="24" creationId="{9D58700D-BA13-C3AE-C547-A6C573F1D17B}"/>
          </ac:spMkLst>
        </pc:spChg>
        <pc:spChg chg="add mod">
          <ac:chgData name="수인 이" userId="a6bf09c0c2b50d42" providerId="LiveId" clId="{31FA811E-BE37-4C2B-A411-B352CCFE398B}" dt="2026-10-16T04:19:21.358" v="5536" actId="1076"/>
          <ac:spMkLst>
            <pc:docMk/>
            <pc:sldMk cId="3151970446" sldId="2361"/>
            <ac:spMk id="25" creationId="{925BDCA5-6E75-A28C-CBF0-3F0ED01A50E0}"/>
          </ac:spMkLst>
        </pc:spChg>
        <pc:spChg chg="add mod">
          <ac:chgData name="수인 이" userId="a6bf09c0c2b50d42" providerId="LiveId" clId="{31FA811E-BE37-4C2B-A411-B352CCFE398B}" dt="2026-10-16T04:19:21.358" v="5536" actId="1076"/>
          <ac:spMkLst>
            <pc:docMk/>
            <pc:sldMk cId="3151970446" sldId="2361"/>
            <ac:spMk id="26" creationId="{474D6B64-3E20-AAFD-DBBD-07CE177624B9}"/>
          </ac:spMkLst>
        </pc:spChg>
        <pc:spChg chg="add mod">
          <ac:chgData name="수인 이" userId="a6bf09c0c2b50d42" providerId="LiveId" clId="{31FA811E-BE37-4C2B-A411-B352CCFE398B}" dt="2026-10-16T04:19:21.358" v="5536" actId="1076"/>
          <ac:spMkLst>
            <pc:docMk/>
            <pc:sldMk cId="3151970446" sldId="2361"/>
            <ac:spMk id="27" creationId="{B88BB633-63C1-2F1E-EADC-CF242FF0773C}"/>
          </ac:spMkLst>
        </pc:spChg>
        <pc:picChg chg="add del mod">
          <ac:chgData name="수인 이" userId="a6bf09c0c2b50d42" providerId="LiveId" clId="{31FA811E-BE37-4C2B-A411-B352CCFE398B}" dt="2026-10-16T04:13:14.740" v="5321" actId="478"/>
          <ac:picMkLst>
            <pc:docMk/>
            <pc:sldMk cId="3151970446" sldId="2361"/>
            <ac:picMk id="4" creationId="{4E69F5BD-0C80-5F7C-44C4-8DF14D9038C1}"/>
          </ac:picMkLst>
        </pc:picChg>
        <pc:picChg chg="del">
          <ac:chgData name="수인 이" userId="a6bf09c0c2b50d42" providerId="LiveId" clId="{31FA811E-BE37-4C2B-A411-B352CCFE398B}" dt="2026-10-16T04:06:57.445" v="4705" actId="478"/>
          <ac:picMkLst>
            <pc:docMk/>
            <pc:sldMk cId="3151970446" sldId="2361"/>
            <ac:picMk id="5" creationId="{0AF7A096-CFBA-2B50-9208-AC1DB352B448}"/>
          </ac:picMkLst>
        </pc:picChg>
        <pc:picChg chg="del mod">
          <ac:chgData name="수인 이" userId="a6bf09c0c2b50d42" providerId="LiveId" clId="{31FA811E-BE37-4C2B-A411-B352CCFE398B}" dt="2026-10-16T04:06:57.729" v="4707" actId="478"/>
          <ac:picMkLst>
            <pc:docMk/>
            <pc:sldMk cId="3151970446" sldId="2361"/>
            <ac:picMk id="6" creationId="{0553A9F8-C162-850E-4A34-F57964850EC8}"/>
          </ac:picMkLst>
        </pc:picChg>
        <pc:picChg chg="add mod">
          <ac:chgData name="수인 이" userId="a6bf09c0c2b50d42" providerId="LiveId" clId="{31FA811E-BE37-4C2B-A411-B352CCFE398B}" dt="2026-10-16T04:21:30.323" v="5567" actId="1076"/>
          <ac:picMkLst>
            <pc:docMk/>
            <pc:sldMk cId="3151970446" sldId="2361"/>
            <ac:picMk id="9" creationId="{C572DC8E-6967-3E87-170F-7F5A122D7AD5}"/>
          </ac:picMkLst>
        </pc:picChg>
        <pc:picChg chg="add del mod">
          <ac:chgData name="수인 이" userId="a6bf09c0c2b50d42" providerId="LiveId" clId="{31FA811E-BE37-4C2B-A411-B352CCFE398B}" dt="2026-10-16T04:14:41.098" v="5391" actId="478"/>
          <ac:picMkLst>
            <pc:docMk/>
            <pc:sldMk cId="3151970446" sldId="2361"/>
            <ac:picMk id="16" creationId="{FDEED360-5FC5-791D-F464-8C8EC489E1C0}"/>
          </ac:picMkLst>
        </pc:picChg>
        <pc:picChg chg="add del mod">
          <ac:chgData name="수인 이" userId="a6bf09c0c2b50d42" providerId="LiveId" clId="{31FA811E-BE37-4C2B-A411-B352CCFE398B}" dt="2026-10-16T04:16:24.998" v="5437" actId="478"/>
          <ac:picMkLst>
            <pc:docMk/>
            <pc:sldMk cId="3151970446" sldId="2361"/>
            <ac:picMk id="21" creationId="{D8409FEB-D6DE-9CDE-E0B3-E0A0117421A7}"/>
          </ac:picMkLst>
        </pc:picChg>
        <pc:picChg chg="add mod">
          <ac:chgData name="수인 이" userId="a6bf09c0c2b50d42" providerId="LiveId" clId="{31FA811E-BE37-4C2B-A411-B352CCFE398B}" dt="2026-10-16T04:19:15.190" v="5534" actId="1076"/>
          <ac:picMkLst>
            <pc:docMk/>
            <pc:sldMk cId="3151970446" sldId="2361"/>
            <ac:picMk id="23" creationId="{AA91B0F6-8214-DB9E-DB30-ACF6C2AEC4D8}"/>
          </ac:picMkLst>
        </pc:picChg>
        <pc:picChg chg="add del mod">
          <ac:chgData name="수인 이" userId="a6bf09c0c2b50d42" providerId="LiveId" clId="{31FA811E-BE37-4C2B-A411-B352CCFE398B}" dt="2026-10-16T04:18:31.194" v="5524" actId="478"/>
          <ac:picMkLst>
            <pc:docMk/>
            <pc:sldMk cId="3151970446" sldId="2361"/>
            <ac:picMk id="28" creationId="{28B759A7-7070-86F1-22C4-49701FE1FD65}"/>
          </ac:picMkLst>
        </pc:picChg>
        <pc:picChg chg="add mod">
          <ac:chgData name="수인 이" userId="a6bf09c0c2b50d42" providerId="LiveId" clId="{31FA811E-BE37-4C2B-A411-B352CCFE398B}" dt="2026-10-16T04:19:21.358" v="5536" actId="1076"/>
          <ac:picMkLst>
            <pc:docMk/>
            <pc:sldMk cId="3151970446" sldId="2361"/>
            <ac:picMk id="30" creationId="{66950499-E1CA-A33D-7A80-04A5EAA50ACB}"/>
          </ac:picMkLst>
        </pc:picChg>
      </pc:sldChg>
      <pc:sldChg chg="addSp delSp modSp add mod">
        <pc:chgData name="수인 이" userId="a6bf09c0c2b50d42" providerId="LiveId" clId="{31FA811E-BE37-4C2B-A411-B352CCFE398B}" dt="2026-10-16T04:27:07.517" v="5767" actId="20577"/>
        <pc:sldMkLst>
          <pc:docMk/>
          <pc:sldMk cId="387252233" sldId="2362"/>
        </pc:sldMkLst>
        <pc:spChg chg="del">
          <ac:chgData name="수인 이" userId="a6bf09c0c2b50d42" providerId="LiveId" clId="{31FA811E-BE37-4C2B-A411-B352CCFE398B}" dt="2026-10-16T04:20:05.177" v="5558" actId="478"/>
          <ac:spMkLst>
            <pc:docMk/>
            <pc:sldMk cId="387252233" sldId="2362"/>
            <ac:spMk id="2" creationId="{79D61304-1A70-EFF7-142D-F39E8906578A}"/>
          </ac:spMkLst>
        </pc:spChg>
        <pc:spChg chg="add del mod">
          <ac:chgData name="수인 이" userId="a6bf09c0c2b50d42" providerId="LiveId" clId="{31FA811E-BE37-4C2B-A411-B352CCFE398B}" dt="2026-10-16T04:23:04.047" v="5597" actId="478"/>
          <ac:spMkLst>
            <pc:docMk/>
            <pc:sldMk cId="387252233" sldId="2362"/>
            <ac:spMk id="3" creationId="{C30B0B0A-5D88-79DB-210A-57D12EF3CE60}"/>
          </ac:spMkLst>
        </pc:spChg>
        <pc:spChg chg="add mod">
          <ac:chgData name="수인 이" userId="a6bf09c0c2b50d42" providerId="LiveId" clId="{31FA811E-BE37-4C2B-A411-B352CCFE398B}" dt="2026-10-16T04:26:24.286" v="5708" actId="1076"/>
          <ac:spMkLst>
            <pc:docMk/>
            <pc:sldMk cId="387252233" sldId="2362"/>
            <ac:spMk id="4" creationId="{A9FD860B-5E97-D470-D258-4CDDF6D964CB}"/>
          </ac:spMkLst>
        </pc:spChg>
        <pc:spChg chg="add mod">
          <ac:chgData name="수인 이" userId="a6bf09c0c2b50d42" providerId="LiveId" clId="{31FA811E-BE37-4C2B-A411-B352CCFE398B}" dt="2026-10-16T04:26:19.491" v="5706" actId="14100"/>
          <ac:spMkLst>
            <pc:docMk/>
            <pc:sldMk cId="387252233" sldId="2362"/>
            <ac:spMk id="6" creationId="{73E42D6D-E6E9-CE64-FD4D-64B7B7BAD7A9}"/>
          </ac:spMkLst>
        </pc:spChg>
        <pc:spChg chg="add mod ord">
          <ac:chgData name="수인 이" userId="a6bf09c0c2b50d42" providerId="LiveId" clId="{31FA811E-BE37-4C2B-A411-B352CCFE398B}" dt="2026-10-16T04:26:50.462" v="5743" actId="14100"/>
          <ac:spMkLst>
            <pc:docMk/>
            <pc:sldMk cId="387252233" sldId="2362"/>
            <ac:spMk id="7" creationId="{E23F9A9E-ADA2-7E94-63FD-815E7D12950A}"/>
          </ac:spMkLst>
        </pc:spChg>
        <pc:spChg chg="mod">
          <ac:chgData name="수인 이" userId="a6bf09c0c2b50d42" providerId="LiveId" clId="{31FA811E-BE37-4C2B-A411-B352CCFE398B}" dt="2026-10-16T04:26:53.786" v="5746" actId="1076"/>
          <ac:spMkLst>
            <pc:docMk/>
            <pc:sldMk cId="387252233" sldId="2362"/>
            <ac:spMk id="8" creationId="{CE4F0137-B726-F5AE-08C4-FE7AC3FD4CE7}"/>
          </ac:spMkLst>
        </pc:spChg>
        <pc:spChg chg="add mod ord">
          <ac:chgData name="수인 이" userId="a6bf09c0c2b50d42" providerId="LiveId" clId="{31FA811E-BE37-4C2B-A411-B352CCFE398B}" dt="2026-10-16T04:26:51.920" v="5744" actId="14100"/>
          <ac:spMkLst>
            <pc:docMk/>
            <pc:sldMk cId="387252233" sldId="2362"/>
            <ac:spMk id="10" creationId="{2DAE60A9-8F27-816E-9757-34F387B27490}"/>
          </ac:spMkLst>
        </pc:spChg>
        <pc:spChg chg="add mod">
          <ac:chgData name="수인 이" userId="a6bf09c0c2b50d42" providerId="LiveId" clId="{31FA811E-BE37-4C2B-A411-B352CCFE398B}" dt="2026-10-16T04:26:56.396" v="5747" actId="1076"/>
          <ac:spMkLst>
            <pc:docMk/>
            <pc:sldMk cId="387252233" sldId="2362"/>
            <ac:spMk id="11" creationId="{908AE590-7EAE-0BE9-6131-FB39DFB9506A}"/>
          </ac:spMkLst>
        </pc:spChg>
        <pc:spChg chg="del">
          <ac:chgData name="수인 이" userId="a6bf09c0c2b50d42" providerId="LiveId" clId="{31FA811E-BE37-4C2B-A411-B352CCFE398B}" dt="2026-10-16T04:20:27.423" v="5559" actId="478"/>
          <ac:spMkLst>
            <pc:docMk/>
            <pc:sldMk cId="387252233" sldId="2362"/>
            <ac:spMk id="12" creationId="{30A90520-5197-9323-18B3-661F1F364A80}"/>
          </ac:spMkLst>
        </pc:spChg>
        <pc:spChg chg="add mod">
          <ac:chgData name="수인 이" userId="a6bf09c0c2b50d42" providerId="LiveId" clId="{31FA811E-BE37-4C2B-A411-B352CCFE398B}" dt="2026-10-16T04:26:56.396" v="5747" actId="1076"/>
          <ac:spMkLst>
            <pc:docMk/>
            <pc:sldMk cId="387252233" sldId="2362"/>
            <ac:spMk id="13" creationId="{FAE4F63F-CD0E-7F42-7DB4-BF4C7CF639DB}"/>
          </ac:spMkLst>
        </pc:spChg>
        <pc:spChg chg="del">
          <ac:chgData name="수인 이" userId="a6bf09c0c2b50d42" providerId="LiveId" clId="{31FA811E-BE37-4C2B-A411-B352CCFE398B}" dt="2026-10-16T04:20:38.876" v="5565" actId="478"/>
          <ac:spMkLst>
            <pc:docMk/>
            <pc:sldMk cId="387252233" sldId="2362"/>
            <ac:spMk id="14" creationId="{DC9A4237-8223-88B2-2AC9-35142707AD92}"/>
          </ac:spMkLst>
        </pc:spChg>
        <pc:spChg chg="del">
          <ac:chgData name="수인 이" userId="a6bf09c0c2b50d42" providerId="LiveId" clId="{31FA811E-BE37-4C2B-A411-B352CCFE398B}" dt="2026-10-16T04:20:28.056" v="5560" actId="478"/>
          <ac:spMkLst>
            <pc:docMk/>
            <pc:sldMk cId="387252233" sldId="2362"/>
            <ac:spMk id="15" creationId="{95816FA4-0D89-D970-877A-A1FDD3AD2F5E}"/>
          </ac:spMkLst>
        </pc:spChg>
        <pc:spChg chg="add mod">
          <ac:chgData name="수인 이" userId="a6bf09c0c2b50d42" providerId="LiveId" clId="{31FA811E-BE37-4C2B-A411-B352CCFE398B}" dt="2026-10-16T04:27:03.077" v="5749" actId="1076"/>
          <ac:spMkLst>
            <pc:docMk/>
            <pc:sldMk cId="387252233" sldId="2362"/>
            <ac:spMk id="16" creationId="{B5586143-BC41-BE20-A952-29D20173C046}"/>
          </ac:spMkLst>
        </pc:spChg>
        <pc:spChg chg="del">
          <ac:chgData name="수인 이" userId="a6bf09c0c2b50d42" providerId="LiveId" clId="{31FA811E-BE37-4C2B-A411-B352CCFE398B}" dt="2026-10-16T04:20:03.300" v="5556" actId="478"/>
          <ac:spMkLst>
            <pc:docMk/>
            <pc:sldMk cId="387252233" sldId="2362"/>
            <ac:spMk id="17" creationId="{F46CB4E8-F735-7F45-181F-74AC521B1C96}"/>
          </ac:spMkLst>
        </pc:spChg>
        <pc:spChg chg="del">
          <ac:chgData name="수인 이" userId="a6bf09c0c2b50d42" providerId="LiveId" clId="{31FA811E-BE37-4C2B-A411-B352CCFE398B}" dt="2026-10-16T04:20:02.837" v="5555" actId="478"/>
          <ac:spMkLst>
            <pc:docMk/>
            <pc:sldMk cId="387252233" sldId="2362"/>
            <ac:spMk id="18" creationId="{7202B8D3-DA43-CC01-98D0-91B83016A833}"/>
          </ac:spMkLst>
        </pc:spChg>
        <pc:spChg chg="del">
          <ac:chgData name="수인 이" userId="a6bf09c0c2b50d42" providerId="LiveId" clId="{31FA811E-BE37-4C2B-A411-B352CCFE398B}" dt="2026-10-16T04:20:02.837" v="5555" actId="478"/>
          <ac:spMkLst>
            <pc:docMk/>
            <pc:sldMk cId="387252233" sldId="2362"/>
            <ac:spMk id="19" creationId="{53D6162C-A579-35C1-7DF3-A15EBBA9F671}"/>
          </ac:spMkLst>
        </pc:spChg>
        <pc:spChg chg="del">
          <ac:chgData name="수인 이" userId="a6bf09c0c2b50d42" providerId="LiveId" clId="{31FA811E-BE37-4C2B-A411-B352CCFE398B}" dt="2026-10-16T04:20:04.052" v="5557" actId="478"/>
          <ac:spMkLst>
            <pc:docMk/>
            <pc:sldMk cId="387252233" sldId="2362"/>
            <ac:spMk id="20" creationId="{A244C9CC-6CDD-96A4-CF19-995883D1B34E}"/>
          </ac:spMkLst>
        </pc:spChg>
        <pc:spChg chg="add mod">
          <ac:chgData name="수인 이" userId="a6bf09c0c2b50d42" providerId="LiveId" clId="{31FA811E-BE37-4C2B-A411-B352CCFE398B}" dt="2026-10-16T04:27:07.517" v="5767" actId="20577"/>
          <ac:spMkLst>
            <pc:docMk/>
            <pc:sldMk cId="387252233" sldId="2362"/>
            <ac:spMk id="21" creationId="{3AB6F25A-8FCD-BDF4-BE70-26C63ED5FE52}"/>
          </ac:spMkLst>
        </pc:spChg>
        <pc:spChg chg="del">
          <ac:chgData name="수인 이" userId="a6bf09c0c2b50d42" providerId="LiveId" clId="{31FA811E-BE37-4C2B-A411-B352CCFE398B}" dt="2026-10-16T04:20:01.648" v="5554" actId="478"/>
          <ac:spMkLst>
            <pc:docMk/>
            <pc:sldMk cId="387252233" sldId="2362"/>
            <ac:spMk id="24" creationId="{9D58700D-BA13-C3AE-C547-A6C573F1D17B}"/>
          </ac:spMkLst>
        </pc:spChg>
        <pc:spChg chg="del">
          <ac:chgData name="수인 이" userId="a6bf09c0c2b50d42" providerId="LiveId" clId="{31FA811E-BE37-4C2B-A411-B352CCFE398B}" dt="2026-10-16T04:20:01.648" v="5554" actId="478"/>
          <ac:spMkLst>
            <pc:docMk/>
            <pc:sldMk cId="387252233" sldId="2362"/>
            <ac:spMk id="25" creationId="{925BDCA5-6E75-A28C-CBF0-3F0ED01A50E0}"/>
          </ac:spMkLst>
        </pc:spChg>
        <pc:spChg chg="del">
          <ac:chgData name="수인 이" userId="a6bf09c0c2b50d42" providerId="LiveId" clId="{31FA811E-BE37-4C2B-A411-B352CCFE398B}" dt="2026-10-16T04:20:01.648" v="5554" actId="478"/>
          <ac:spMkLst>
            <pc:docMk/>
            <pc:sldMk cId="387252233" sldId="2362"/>
            <ac:spMk id="26" creationId="{474D6B64-3E20-AAFD-DBBD-07CE177624B9}"/>
          </ac:spMkLst>
        </pc:spChg>
        <pc:spChg chg="del">
          <ac:chgData name="수인 이" userId="a6bf09c0c2b50d42" providerId="LiveId" clId="{31FA811E-BE37-4C2B-A411-B352CCFE398B}" dt="2026-10-16T04:20:01.648" v="5554" actId="478"/>
          <ac:spMkLst>
            <pc:docMk/>
            <pc:sldMk cId="387252233" sldId="2362"/>
            <ac:spMk id="27" creationId="{B88BB633-63C1-2F1E-EADC-CF242FF0773C}"/>
          </ac:spMkLst>
        </pc:spChg>
        <pc:picChg chg="del">
          <ac:chgData name="수인 이" userId="a6bf09c0c2b50d42" providerId="LiveId" clId="{31FA811E-BE37-4C2B-A411-B352CCFE398B}" dt="2026-10-16T04:20:01.648" v="5554" actId="478"/>
          <ac:picMkLst>
            <pc:docMk/>
            <pc:sldMk cId="387252233" sldId="2362"/>
            <ac:picMk id="9" creationId="{C572DC8E-6967-3E87-170F-7F5A122D7AD5}"/>
          </ac:picMkLst>
        </pc:picChg>
        <pc:picChg chg="del">
          <ac:chgData name="수인 이" userId="a6bf09c0c2b50d42" providerId="LiveId" clId="{31FA811E-BE37-4C2B-A411-B352CCFE398B}" dt="2026-10-16T04:20:01.648" v="5554" actId="478"/>
          <ac:picMkLst>
            <pc:docMk/>
            <pc:sldMk cId="387252233" sldId="2362"/>
            <ac:picMk id="23" creationId="{AA91B0F6-8214-DB9E-DB30-ACF6C2AEC4D8}"/>
          </ac:picMkLst>
        </pc:picChg>
        <pc:picChg chg="del">
          <ac:chgData name="수인 이" userId="a6bf09c0c2b50d42" providerId="LiveId" clId="{31FA811E-BE37-4C2B-A411-B352CCFE398B}" dt="2026-10-16T04:20:01.648" v="5554" actId="478"/>
          <ac:picMkLst>
            <pc:docMk/>
            <pc:sldMk cId="387252233" sldId="2362"/>
            <ac:picMk id="30" creationId="{66950499-E1CA-A33D-7A80-04A5EAA50ACB}"/>
          </ac:picMkLst>
        </pc:picChg>
      </pc:sldChg>
      <pc:sldChg chg="addSp delSp modSp add mod">
        <pc:chgData name="수인 이" userId="a6bf09c0c2b50d42" providerId="LiveId" clId="{31FA811E-BE37-4C2B-A411-B352CCFE398B}" dt="2026-10-16T04:32:05.156" v="6054"/>
        <pc:sldMkLst>
          <pc:docMk/>
          <pc:sldMk cId="2603991949" sldId="2363"/>
        </pc:sldMkLst>
        <pc:spChg chg="add">
          <ac:chgData name="수인 이" userId="a6bf09c0c2b50d42" providerId="LiveId" clId="{31FA811E-BE37-4C2B-A411-B352CCFE398B}" dt="2026-10-16T04:22:33.523" v="5578"/>
          <ac:spMkLst>
            <pc:docMk/>
            <pc:sldMk cId="2603991949" sldId="2363"/>
            <ac:spMk id="2" creationId="{0EDA72CD-3461-9340-F9FB-701202D6BE03}"/>
          </ac:spMkLst>
        </pc:spChg>
        <pc:spChg chg="del">
          <ac:chgData name="수인 이" userId="a6bf09c0c2b50d42" providerId="LiveId" clId="{31FA811E-BE37-4C2B-A411-B352CCFE398B}" dt="2026-10-16T04:22:53.675" v="5592" actId="478"/>
          <ac:spMkLst>
            <pc:docMk/>
            <pc:sldMk cId="2603991949" sldId="2363"/>
            <ac:spMk id="3" creationId="{C30B0B0A-5D88-79DB-210A-57D12EF3CE60}"/>
          </ac:spMkLst>
        </pc:spChg>
        <pc:spChg chg="add del mod">
          <ac:chgData name="수인 이" userId="a6bf09c0c2b50d42" providerId="LiveId" clId="{31FA811E-BE37-4C2B-A411-B352CCFE398B}" dt="2026-10-16T04:23:00.745" v="5594" actId="21"/>
          <ac:spMkLst>
            <pc:docMk/>
            <pc:sldMk cId="2603991949" sldId="2363"/>
            <ac:spMk id="4" creationId="{A9FD860B-5E97-D470-D258-4CDDF6D964CB}"/>
          </ac:spMkLst>
        </pc:spChg>
        <pc:spChg chg="add del mod">
          <ac:chgData name="수인 이" userId="a6bf09c0c2b50d42" providerId="LiveId" clId="{31FA811E-BE37-4C2B-A411-B352CCFE398B}" dt="2026-10-16T04:28:44.178" v="5799" actId="478"/>
          <ac:spMkLst>
            <pc:docMk/>
            <pc:sldMk cId="2603991949" sldId="2363"/>
            <ac:spMk id="5" creationId="{F6BACA00-E2A1-8D16-B440-E87C1E9A7EDA}"/>
          </ac:spMkLst>
        </pc:spChg>
        <pc:spChg chg="add mod">
          <ac:chgData name="수인 이" userId="a6bf09c0c2b50d42" providerId="LiveId" clId="{31FA811E-BE37-4C2B-A411-B352CCFE398B}" dt="2026-10-16T04:31:54.797" v="6050" actId="14100"/>
          <ac:spMkLst>
            <pc:docMk/>
            <pc:sldMk cId="2603991949" sldId="2363"/>
            <ac:spMk id="6" creationId="{D94F3227-7180-34E5-2410-D30143436278}"/>
          </ac:spMkLst>
        </pc:spChg>
        <pc:spChg chg="add del mod">
          <ac:chgData name="수인 이" userId="a6bf09c0c2b50d42" providerId="LiveId" clId="{31FA811E-BE37-4C2B-A411-B352CCFE398B}" dt="2026-10-16T04:32:02.994" v="6052"/>
          <ac:spMkLst>
            <pc:docMk/>
            <pc:sldMk cId="2603991949" sldId="2363"/>
            <ac:spMk id="7" creationId="{5655C66B-437C-8FE1-59AA-5CB32800C5E1}"/>
          </ac:spMkLst>
        </pc:spChg>
        <pc:spChg chg="mod">
          <ac:chgData name="수인 이" userId="a6bf09c0c2b50d42" providerId="LiveId" clId="{31FA811E-BE37-4C2B-A411-B352CCFE398B}" dt="2026-10-16T04:22:27.229" v="5577"/>
          <ac:spMkLst>
            <pc:docMk/>
            <pc:sldMk cId="2603991949" sldId="2363"/>
            <ac:spMk id="8" creationId="{CE4F0137-B726-F5AE-08C4-FE7AC3FD4CE7}"/>
          </ac:spMkLst>
        </pc:spChg>
        <pc:spChg chg="add del mod">
          <ac:chgData name="수인 이" userId="a6bf09c0c2b50d42" providerId="LiveId" clId="{31FA811E-BE37-4C2B-A411-B352CCFE398B}" dt="2026-10-16T04:28:44.178" v="5799" actId="478"/>
          <ac:spMkLst>
            <pc:docMk/>
            <pc:sldMk cId="2603991949" sldId="2363"/>
            <ac:spMk id="9" creationId="{D55E6E50-4657-D267-3505-2E0F235BB8C8}"/>
          </ac:spMkLst>
        </pc:spChg>
        <pc:spChg chg="add mod">
          <ac:chgData name="수인 이" userId="a6bf09c0c2b50d42" providerId="LiveId" clId="{31FA811E-BE37-4C2B-A411-B352CCFE398B}" dt="2026-10-16T04:31:51.990" v="6049" actId="1076"/>
          <ac:spMkLst>
            <pc:docMk/>
            <pc:sldMk cId="2603991949" sldId="2363"/>
            <ac:spMk id="10" creationId="{A4E330AA-99B1-08F0-D813-FFA1A3AFB960}"/>
          </ac:spMkLst>
        </pc:spChg>
        <pc:spChg chg="add mod">
          <ac:chgData name="수인 이" userId="a6bf09c0c2b50d42" providerId="LiveId" clId="{31FA811E-BE37-4C2B-A411-B352CCFE398B}" dt="2026-10-16T04:31:51.990" v="6049" actId="1076"/>
          <ac:spMkLst>
            <pc:docMk/>
            <pc:sldMk cId="2603991949" sldId="2363"/>
            <ac:spMk id="11" creationId="{CF2377D5-687E-BC2C-ED9E-7C225374759A}"/>
          </ac:spMkLst>
        </pc:spChg>
        <pc:spChg chg="add del mod">
          <ac:chgData name="수인 이" userId="a6bf09c0c2b50d42" providerId="LiveId" clId="{31FA811E-BE37-4C2B-A411-B352CCFE398B}" dt="2026-10-16T04:28:45.317" v="5800" actId="478"/>
          <ac:spMkLst>
            <pc:docMk/>
            <pc:sldMk cId="2603991949" sldId="2363"/>
            <ac:spMk id="12" creationId="{19DEA5E0-E3D2-96A9-AD98-68D82DF8B641}"/>
          </ac:spMkLst>
        </pc:spChg>
        <pc:spChg chg="add del mod">
          <ac:chgData name="수인 이" userId="a6bf09c0c2b50d42" providerId="LiveId" clId="{31FA811E-BE37-4C2B-A411-B352CCFE398B}" dt="2026-10-16T04:29:32.705" v="5831" actId="478"/>
          <ac:spMkLst>
            <pc:docMk/>
            <pc:sldMk cId="2603991949" sldId="2363"/>
            <ac:spMk id="13" creationId="{33A4028C-7BB7-F25D-EF3B-79975FB05C34}"/>
          </ac:spMkLst>
        </pc:spChg>
        <pc:spChg chg="add del mod">
          <ac:chgData name="수인 이" userId="a6bf09c0c2b50d42" providerId="LiveId" clId="{31FA811E-BE37-4C2B-A411-B352CCFE398B}" dt="2026-10-16T04:28:05.849" v="5779" actId="478"/>
          <ac:spMkLst>
            <pc:docMk/>
            <pc:sldMk cId="2603991949" sldId="2363"/>
            <ac:spMk id="14" creationId="{46345DD9-76D5-295D-C75E-1FBD4F65D445}"/>
          </ac:spMkLst>
        </pc:spChg>
        <pc:spChg chg="add mod">
          <ac:chgData name="수인 이" userId="a6bf09c0c2b50d42" providerId="LiveId" clId="{31FA811E-BE37-4C2B-A411-B352CCFE398B}" dt="2026-10-16T04:32:05.156" v="6054"/>
          <ac:spMkLst>
            <pc:docMk/>
            <pc:sldMk cId="2603991949" sldId="2363"/>
            <ac:spMk id="16" creationId="{7A6C9C2F-2AF6-0F9B-F3B4-1A9670661991}"/>
          </ac:spMkLst>
        </pc:spChg>
        <pc:spChg chg="add mod ord">
          <ac:chgData name="수인 이" userId="a6bf09c0c2b50d42" providerId="LiveId" clId="{31FA811E-BE37-4C2B-A411-B352CCFE398B}" dt="2026-10-16T04:31:54.797" v="6050" actId="14100"/>
          <ac:spMkLst>
            <pc:docMk/>
            <pc:sldMk cId="2603991949" sldId="2363"/>
            <ac:spMk id="17" creationId="{99E0ADF5-2077-73C3-7C2A-A8621E779B37}"/>
          </ac:spMkLst>
        </pc:spChg>
        <pc:spChg chg="add mod ord">
          <ac:chgData name="수인 이" userId="a6bf09c0c2b50d42" providerId="LiveId" clId="{31FA811E-BE37-4C2B-A411-B352CCFE398B}" dt="2026-10-16T04:31:51.990" v="6049" actId="1076"/>
          <ac:spMkLst>
            <pc:docMk/>
            <pc:sldMk cId="2603991949" sldId="2363"/>
            <ac:spMk id="18" creationId="{BC3B5AFA-2689-C52F-34F9-63B99367BBCA}"/>
          </ac:spMkLst>
        </pc:spChg>
        <pc:spChg chg="add mod ord">
          <ac:chgData name="수인 이" userId="a6bf09c0c2b50d42" providerId="LiveId" clId="{31FA811E-BE37-4C2B-A411-B352CCFE398B}" dt="2026-10-16T04:31:51.990" v="6049" actId="1076"/>
          <ac:spMkLst>
            <pc:docMk/>
            <pc:sldMk cId="2603991949" sldId="2363"/>
            <ac:spMk id="19" creationId="{F5AA7759-4473-852A-F7A2-2BB0E88097B3}"/>
          </ac:spMkLst>
        </pc:spChg>
        <pc:spChg chg="add del">
          <ac:chgData name="수인 이" userId="a6bf09c0c2b50d42" providerId="LiveId" clId="{31FA811E-BE37-4C2B-A411-B352CCFE398B}" dt="2026-10-16T04:30:13.267" v="5918" actId="22"/>
          <ac:spMkLst>
            <pc:docMk/>
            <pc:sldMk cId="2603991949" sldId="2363"/>
            <ac:spMk id="21" creationId="{DC4833B8-627F-97D1-995D-07E75F6C8E92}"/>
          </ac:spMkLst>
        </pc:spChg>
        <pc:spChg chg="add mod">
          <ac:chgData name="수인 이" userId="a6bf09c0c2b50d42" providerId="LiveId" clId="{31FA811E-BE37-4C2B-A411-B352CCFE398B}" dt="2026-10-16T04:30:26.257" v="5931" actId="1076"/>
          <ac:spMkLst>
            <pc:docMk/>
            <pc:sldMk cId="2603991949" sldId="2363"/>
            <ac:spMk id="22" creationId="{F6FC3E46-76E0-0B17-1F71-633778E7485E}"/>
          </ac:spMkLst>
        </pc:spChg>
      </pc:sldChg>
      <pc:sldChg chg="addSp delSp modSp add mod">
        <pc:chgData name="수인 이" userId="a6bf09c0c2b50d42" providerId="LiveId" clId="{31FA811E-BE37-4C2B-A411-B352CCFE398B}" dt="2026-10-16T04:37:03.977" v="6195" actId="14100"/>
        <pc:sldMkLst>
          <pc:docMk/>
          <pc:sldMk cId="3812563089" sldId="2364"/>
        </pc:sldMkLst>
        <pc:spChg chg="add mod">
          <ac:chgData name="수인 이" userId="a6bf09c0c2b50d42" providerId="LiveId" clId="{31FA811E-BE37-4C2B-A411-B352CCFE398B}" dt="2026-10-16T04:36:58.189" v="6193" actId="1076"/>
          <ac:spMkLst>
            <pc:docMk/>
            <pc:sldMk cId="3812563089" sldId="2364"/>
            <ac:spMk id="2" creationId="{D24C3741-B99D-C986-3F19-4654E1FC62F1}"/>
          </ac:spMkLst>
        </pc:spChg>
        <pc:spChg chg="del mod">
          <ac:chgData name="수인 이" userId="a6bf09c0c2b50d42" providerId="LiveId" clId="{31FA811E-BE37-4C2B-A411-B352CCFE398B}" dt="2026-10-16T04:35:28.181" v="6149" actId="478"/>
          <ac:spMkLst>
            <pc:docMk/>
            <pc:sldMk cId="3812563089" sldId="2364"/>
            <ac:spMk id="4" creationId="{A9FD860B-5E97-D470-D258-4CDDF6D964CB}"/>
          </ac:spMkLst>
        </pc:spChg>
        <pc:spChg chg="add mod">
          <ac:chgData name="수인 이" userId="a6bf09c0c2b50d42" providerId="LiveId" clId="{31FA811E-BE37-4C2B-A411-B352CCFE398B}" dt="2026-10-16T04:36:58.189" v="6193" actId="1076"/>
          <ac:spMkLst>
            <pc:docMk/>
            <pc:sldMk cId="3812563089" sldId="2364"/>
            <ac:spMk id="5" creationId="{35E6DA23-9FD9-D711-C54F-A9E21EA99660}"/>
          </ac:spMkLst>
        </pc:spChg>
        <pc:spChg chg="del">
          <ac:chgData name="수인 이" userId="a6bf09c0c2b50d42" providerId="LiveId" clId="{31FA811E-BE37-4C2B-A411-B352CCFE398B}" dt="2026-10-16T04:36:16.037" v="6161" actId="478"/>
          <ac:spMkLst>
            <pc:docMk/>
            <pc:sldMk cId="3812563089" sldId="2364"/>
            <ac:spMk id="6" creationId="{73E42D6D-E6E9-CE64-FD4D-64B7B7BAD7A9}"/>
          </ac:spMkLst>
        </pc:spChg>
        <pc:spChg chg="mod">
          <ac:chgData name="수인 이" userId="a6bf09c0c2b50d42" providerId="LiveId" clId="{31FA811E-BE37-4C2B-A411-B352CCFE398B}" dt="2026-10-16T04:37:03.977" v="6195" actId="14100"/>
          <ac:spMkLst>
            <pc:docMk/>
            <pc:sldMk cId="3812563089" sldId="2364"/>
            <ac:spMk id="7" creationId="{E23F9A9E-ADA2-7E94-63FD-815E7D12950A}"/>
          </ac:spMkLst>
        </pc:spChg>
        <pc:spChg chg="mod">
          <ac:chgData name="수인 이" userId="a6bf09c0c2b50d42" providerId="LiveId" clId="{31FA811E-BE37-4C2B-A411-B352CCFE398B}" dt="2026-10-16T04:33:23.257" v="6084" actId="20577"/>
          <ac:spMkLst>
            <pc:docMk/>
            <pc:sldMk cId="3812563089" sldId="2364"/>
            <ac:spMk id="8" creationId="{CE4F0137-B726-F5AE-08C4-FE7AC3FD4CE7}"/>
          </ac:spMkLst>
        </pc:spChg>
        <pc:spChg chg="add mod">
          <ac:chgData name="수인 이" userId="a6bf09c0c2b50d42" providerId="LiveId" clId="{31FA811E-BE37-4C2B-A411-B352CCFE398B}" dt="2026-10-16T04:36:58.189" v="6193" actId="1076"/>
          <ac:spMkLst>
            <pc:docMk/>
            <pc:sldMk cId="3812563089" sldId="2364"/>
            <ac:spMk id="9" creationId="{421CC945-BE6C-BD15-3C41-08D70FBFC4D5}"/>
          </ac:spMkLst>
        </pc:spChg>
        <pc:spChg chg="mod">
          <ac:chgData name="수인 이" userId="a6bf09c0c2b50d42" providerId="LiveId" clId="{31FA811E-BE37-4C2B-A411-B352CCFE398B}" dt="2026-10-16T04:37:01.779" v="6194" actId="14100"/>
          <ac:spMkLst>
            <pc:docMk/>
            <pc:sldMk cId="3812563089" sldId="2364"/>
            <ac:spMk id="10" creationId="{2DAE60A9-8F27-816E-9757-34F387B27490}"/>
          </ac:spMkLst>
        </pc:spChg>
        <pc:spChg chg="mod">
          <ac:chgData name="수인 이" userId="a6bf09c0c2b50d42" providerId="LiveId" clId="{31FA811E-BE37-4C2B-A411-B352CCFE398B}" dt="2026-10-16T04:36:58.189" v="6193" actId="1076"/>
          <ac:spMkLst>
            <pc:docMk/>
            <pc:sldMk cId="3812563089" sldId="2364"/>
            <ac:spMk id="11" creationId="{908AE590-7EAE-0BE9-6131-FB39DFB9506A}"/>
          </ac:spMkLst>
        </pc:spChg>
        <pc:spChg chg="mod">
          <ac:chgData name="수인 이" userId="a6bf09c0c2b50d42" providerId="LiveId" clId="{31FA811E-BE37-4C2B-A411-B352CCFE398B}" dt="2026-10-16T04:36:58.189" v="6193" actId="1076"/>
          <ac:spMkLst>
            <pc:docMk/>
            <pc:sldMk cId="3812563089" sldId="2364"/>
            <ac:spMk id="13" creationId="{FAE4F63F-CD0E-7F42-7DB4-BF4C7CF639DB}"/>
          </ac:spMkLst>
        </pc:spChg>
        <pc:spChg chg="mod">
          <ac:chgData name="수인 이" userId="a6bf09c0c2b50d42" providerId="LiveId" clId="{31FA811E-BE37-4C2B-A411-B352CCFE398B}" dt="2026-10-16T04:36:58.189" v="6193" actId="1076"/>
          <ac:spMkLst>
            <pc:docMk/>
            <pc:sldMk cId="3812563089" sldId="2364"/>
            <ac:spMk id="16" creationId="{B5586143-BC41-BE20-A952-29D20173C046}"/>
          </ac:spMkLst>
        </pc:spChg>
        <pc:spChg chg="del">
          <ac:chgData name="수인 이" userId="a6bf09c0c2b50d42" providerId="LiveId" clId="{31FA811E-BE37-4C2B-A411-B352CCFE398B}" dt="2026-10-16T04:36:17.525" v="6162" actId="478"/>
          <ac:spMkLst>
            <pc:docMk/>
            <pc:sldMk cId="3812563089" sldId="2364"/>
            <ac:spMk id="21" creationId="{3AB6F25A-8FCD-BDF4-BE70-26C63ED5FE52}"/>
          </ac:spMkLst>
        </pc:spChg>
      </pc:sldChg>
      <pc:sldChg chg="addSp delSp modSp add mod">
        <pc:chgData name="수인 이" userId="a6bf09c0c2b50d42" providerId="LiveId" clId="{31FA811E-BE37-4C2B-A411-B352CCFE398B}" dt="2026-10-16T04:44:40.287" v="6361" actId="1076"/>
        <pc:sldMkLst>
          <pc:docMk/>
          <pc:sldMk cId="967844604" sldId="2365"/>
        </pc:sldMkLst>
        <pc:spChg chg="add del mod">
          <ac:chgData name="수인 이" userId="a6bf09c0c2b50d42" providerId="LiveId" clId="{31FA811E-BE37-4C2B-A411-B352CCFE398B}" dt="2026-10-16T04:39:11.057" v="6230" actId="478"/>
          <ac:spMkLst>
            <pc:docMk/>
            <pc:sldMk cId="967844604" sldId="2365"/>
            <ac:spMk id="2" creationId="{51C7FBAC-B1DE-E6DA-8A08-38757163D23D}"/>
          </ac:spMkLst>
        </pc:spChg>
        <pc:spChg chg="del mod">
          <ac:chgData name="수인 이" userId="a6bf09c0c2b50d42" providerId="LiveId" clId="{31FA811E-BE37-4C2B-A411-B352CCFE398B}" dt="2026-10-16T04:42:27.304" v="6296" actId="478"/>
          <ac:spMkLst>
            <pc:docMk/>
            <pc:sldMk cId="967844604" sldId="2365"/>
            <ac:spMk id="4" creationId="{A9FD860B-5E97-D470-D258-4CDDF6D964CB}"/>
          </ac:spMkLst>
        </pc:spChg>
        <pc:spChg chg="del mod">
          <ac:chgData name="수인 이" userId="a6bf09c0c2b50d42" providerId="LiveId" clId="{31FA811E-BE37-4C2B-A411-B352CCFE398B}" dt="2026-10-16T04:42:24.983" v="6295" actId="478"/>
          <ac:spMkLst>
            <pc:docMk/>
            <pc:sldMk cId="967844604" sldId="2365"/>
            <ac:spMk id="6" creationId="{73E42D6D-E6E9-CE64-FD4D-64B7B7BAD7A9}"/>
          </ac:spMkLst>
        </pc:spChg>
        <pc:spChg chg="del mod">
          <ac:chgData name="수인 이" userId="a6bf09c0c2b50d42" providerId="LiveId" clId="{31FA811E-BE37-4C2B-A411-B352CCFE398B}" dt="2026-10-16T04:42:23.138" v="6294" actId="478"/>
          <ac:spMkLst>
            <pc:docMk/>
            <pc:sldMk cId="967844604" sldId="2365"/>
            <ac:spMk id="7" creationId="{E23F9A9E-ADA2-7E94-63FD-815E7D12950A}"/>
          </ac:spMkLst>
        </pc:spChg>
        <pc:spChg chg="del mod">
          <ac:chgData name="수인 이" userId="a6bf09c0c2b50d42" providerId="LiveId" clId="{31FA811E-BE37-4C2B-A411-B352CCFE398B}" dt="2026-10-16T04:42:23.138" v="6294" actId="478"/>
          <ac:spMkLst>
            <pc:docMk/>
            <pc:sldMk cId="967844604" sldId="2365"/>
            <ac:spMk id="8" creationId="{CE4F0137-B726-F5AE-08C4-FE7AC3FD4CE7}"/>
          </ac:spMkLst>
        </pc:spChg>
        <pc:spChg chg="add del mod">
          <ac:chgData name="수인 이" userId="a6bf09c0c2b50d42" providerId="LiveId" clId="{31FA811E-BE37-4C2B-A411-B352CCFE398B}" dt="2026-10-16T04:42:59.627" v="6306" actId="478"/>
          <ac:spMkLst>
            <pc:docMk/>
            <pc:sldMk cId="967844604" sldId="2365"/>
            <ac:spMk id="9" creationId="{140BB4F6-9E35-9147-6999-619D20512AAB}"/>
          </ac:spMkLst>
        </pc:spChg>
        <pc:spChg chg="del mod">
          <ac:chgData name="수인 이" userId="a6bf09c0c2b50d42" providerId="LiveId" clId="{31FA811E-BE37-4C2B-A411-B352CCFE398B}" dt="2026-10-16T04:42:24.983" v="6295" actId="478"/>
          <ac:spMkLst>
            <pc:docMk/>
            <pc:sldMk cId="967844604" sldId="2365"/>
            <ac:spMk id="10" creationId="{2DAE60A9-8F27-816E-9757-34F387B27490}"/>
          </ac:spMkLst>
        </pc:spChg>
        <pc:spChg chg="del mod">
          <ac:chgData name="수인 이" userId="a6bf09c0c2b50d42" providerId="LiveId" clId="{31FA811E-BE37-4C2B-A411-B352CCFE398B}" dt="2026-10-16T04:42:23.138" v="6294" actId="478"/>
          <ac:spMkLst>
            <pc:docMk/>
            <pc:sldMk cId="967844604" sldId="2365"/>
            <ac:spMk id="11" creationId="{908AE590-7EAE-0BE9-6131-FB39DFB9506A}"/>
          </ac:spMkLst>
        </pc:spChg>
        <pc:spChg chg="add mod">
          <ac:chgData name="수인 이" userId="a6bf09c0c2b50d42" providerId="LiveId" clId="{31FA811E-BE37-4C2B-A411-B352CCFE398B}" dt="2026-10-16T04:44:40.287" v="6361" actId="1076"/>
          <ac:spMkLst>
            <pc:docMk/>
            <pc:sldMk cId="967844604" sldId="2365"/>
            <ac:spMk id="12" creationId="{60495FD9-9221-8DF3-2104-5629987BE977}"/>
          </ac:spMkLst>
        </pc:spChg>
        <pc:spChg chg="del mod">
          <ac:chgData name="수인 이" userId="a6bf09c0c2b50d42" providerId="LiveId" clId="{31FA811E-BE37-4C2B-A411-B352CCFE398B}" dt="2026-10-16T04:42:23.138" v="6294" actId="478"/>
          <ac:spMkLst>
            <pc:docMk/>
            <pc:sldMk cId="967844604" sldId="2365"/>
            <ac:spMk id="13" creationId="{FAE4F63F-CD0E-7F42-7DB4-BF4C7CF639DB}"/>
          </ac:spMkLst>
        </pc:spChg>
        <pc:spChg chg="add mod">
          <ac:chgData name="수인 이" userId="a6bf09c0c2b50d42" providerId="LiveId" clId="{31FA811E-BE37-4C2B-A411-B352CCFE398B}" dt="2026-10-16T04:44:40.287" v="6361" actId="1076"/>
          <ac:spMkLst>
            <pc:docMk/>
            <pc:sldMk cId="967844604" sldId="2365"/>
            <ac:spMk id="14" creationId="{DEF8D872-ED6F-DBBF-1D47-343A4FBF4CCD}"/>
          </ac:spMkLst>
        </pc:spChg>
        <pc:spChg chg="del mod">
          <ac:chgData name="수인 이" userId="a6bf09c0c2b50d42" providerId="LiveId" clId="{31FA811E-BE37-4C2B-A411-B352CCFE398B}" dt="2026-10-16T04:42:23.138" v="6294" actId="478"/>
          <ac:spMkLst>
            <pc:docMk/>
            <pc:sldMk cId="967844604" sldId="2365"/>
            <ac:spMk id="16" creationId="{B5586143-BC41-BE20-A952-29D20173C046}"/>
          </ac:spMkLst>
        </pc:spChg>
        <pc:spChg chg="del mod">
          <ac:chgData name="수인 이" userId="a6bf09c0c2b50d42" providerId="LiveId" clId="{31FA811E-BE37-4C2B-A411-B352CCFE398B}" dt="2026-10-16T04:42:23.138" v="6294" actId="478"/>
          <ac:spMkLst>
            <pc:docMk/>
            <pc:sldMk cId="967844604" sldId="2365"/>
            <ac:spMk id="21" creationId="{3AB6F25A-8FCD-BDF4-BE70-26C63ED5FE52}"/>
          </ac:spMkLst>
        </pc:spChg>
        <pc:picChg chg="add mod">
          <ac:chgData name="수인 이" userId="a6bf09c0c2b50d42" providerId="LiveId" clId="{31FA811E-BE37-4C2B-A411-B352CCFE398B}" dt="2026-10-16T04:44:37.981" v="6360" actId="1076"/>
          <ac:picMkLst>
            <pc:docMk/>
            <pc:sldMk cId="967844604" sldId="2365"/>
            <ac:picMk id="5" creationId="{2B6992D2-E6F3-0EF0-7E78-57A8B4CE4ACB}"/>
          </ac:picMkLst>
        </pc:picChg>
        <pc:picChg chg="add mod">
          <ac:chgData name="수인 이" userId="a6bf09c0c2b50d42" providerId="LiveId" clId="{31FA811E-BE37-4C2B-A411-B352CCFE398B}" dt="2026-10-16T04:44:37.981" v="6360" actId="1076"/>
          <ac:picMkLst>
            <pc:docMk/>
            <pc:sldMk cId="967844604" sldId="2365"/>
            <ac:picMk id="17" creationId="{2F164334-CEF0-A0A4-57FD-5AE054EA0ABF}"/>
          </ac:picMkLst>
        </pc:picChg>
        <pc:picChg chg="add mod">
          <ac:chgData name="수인 이" userId="a6bf09c0c2b50d42" providerId="LiveId" clId="{31FA811E-BE37-4C2B-A411-B352CCFE398B}" dt="2026-10-16T04:44:37.981" v="6360" actId="1076"/>
          <ac:picMkLst>
            <pc:docMk/>
            <pc:sldMk cId="967844604" sldId="2365"/>
            <ac:picMk id="19" creationId="{878822BF-2A33-32CB-FD06-CFE5D8EF4FCE}"/>
          </ac:picMkLst>
        </pc:picChg>
      </pc:sldChg>
      <pc:sldChg chg="addSp delSp modSp add mod">
        <pc:chgData name="수인 이" userId="a6bf09c0c2b50d42" providerId="LiveId" clId="{31FA811E-BE37-4C2B-A411-B352CCFE398B}" dt="2026-10-16T04:48:07.023" v="6426" actId="20577"/>
        <pc:sldMkLst>
          <pc:docMk/>
          <pc:sldMk cId="71466997" sldId="2366"/>
        </pc:sldMkLst>
        <pc:spChg chg="del">
          <ac:chgData name="수인 이" userId="a6bf09c0c2b50d42" providerId="LiveId" clId="{31FA811E-BE37-4C2B-A411-B352CCFE398B}" dt="2026-10-16T04:45:28.710" v="6415" actId="478"/>
          <ac:spMkLst>
            <pc:docMk/>
            <pc:sldMk cId="71466997" sldId="2366"/>
            <ac:spMk id="2" creationId="{79D61304-1A70-EFF7-142D-F39E8906578A}"/>
          </ac:spMkLst>
        </pc:spChg>
        <pc:spChg chg="add mod">
          <ac:chgData name="수인 이" userId="a6bf09c0c2b50d42" providerId="LiveId" clId="{31FA811E-BE37-4C2B-A411-B352CCFE398B}" dt="2026-10-16T04:46:30.644" v="6418" actId="1076"/>
          <ac:spMkLst>
            <pc:docMk/>
            <pc:sldMk cId="71466997" sldId="2366"/>
            <ac:spMk id="3" creationId="{FF2D6AA8-B0E4-A3C7-345D-58EA8CDDE28F}"/>
          </ac:spMkLst>
        </pc:spChg>
        <pc:spChg chg="add mod">
          <ac:chgData name="수인 이" userId="a6bf09c0c2b50d42" providerId="LiveId" clId="{31FA811E-BE37-4C2B-A411-B352CCFE398B}" dt="2026-10-16T04:46:30.644" v="6418" actId="1076"/>
          <ac:spMkLst>
            <pc:docMk/>
            <pc:sldMk cId="71466997" sldId="2366"/>
            <ac:spMk id="4" creationId="{4BC01468-94CC-44CA-BB97-32B4D13A8344}"/>
          </ac:spMkLst>
        </pc:spChg>
        <pc:spChg chg="add mod">
          <ac:chgData name="수인 이" userId="a6bf09c0c2b50d42" providerId="LiveId" clId="{31FA811E-BE37-4C2B-A411-B352CCFE398B}" dt="2026-10-16T04:46:30.644" v="6418" actId="1076"/>
          <ac:spMkLst>
            <pc:docMk/>
            <pc:sldMk cId="71466997" sldId="2366"/>
            <ac:spMk id="5" creationId="{A5EC253C-6339-E0F5-BA00-CAC9C78BA79D}"/>
          </ac:spMkLst>
        </pc:spChg>
        <pc:spChg chg="add mod">
          <ac:chgData name="수인 이" userId="a6bf09c0c2b50d42" providerId="LiveId" clId="{31FA811E-BE37-4C2B-A411-B352CCFE398B}" dt="2026-10-16T04:46:30.644" v="6418" actId="1076"/>
          <ac:spMkLst>
            <pc:docMk/>
            <pc:sldMk cId="71466997" sldId="2366"/>
            <ac:spMk id="6" creationId="{6F6488C1-26A6-6206-51A9-4C925ECE1A10}"/>
          </ac:spMkLst>
        </pc:spChg>
        <pc:spChg chg="add mod">
          <ac:chgData name="수인 이" userId="a6bf09c0c2b50d42" providerId="LiveId" clId="{31FA811E-BE37-4C2B-A411-B352CCFE398B}" dt="2026-10-16T04:46:30.644" v="6418" actId="1076"/>
          <ac:spMkLst>
            <pc:docMk/>
            <pc:sldMk cId="71466997" sldId="2366"/>
            <ac:spMk id="7" creationId="{04E4907C-7B9F-DA8B-874E-12719B2FF102}"/>
          </ac:spMkLst>
        </pc:spChg>
        <pc:spChg chg="mod">
          <ac:chgData name="수인 이" userId="a6bf09c0c2b50d42" providerId="LiveId" clId="{31FA811E-BE37-4C2B-A411-B352CCFE398B}" dt="2026-10-16T04:48:07.023" v="6426" actId="20577"/>
          <ac:spMkLst>
            <pc:docMk/>
            <pc:sldMk cId="71466997" sldId="2366"/>
            <ac:spMk id="8" creationId="{CE4F0137-B726-F5AE-08C4-FE7AC3FD4CE7}"/>
          </ac:spMkLst>
        </pc:spChg>
        <pc:spChg chg="add mod">
          <ac:chgData name="수인 이" userId="a6bf09c0c2b50d42" providerId="LiveId" clId="{31FA811E-BE37-4C2B-A411-B352CCFE398B}" dt="2026-10-16T04:46:30.644" v="6418" actId="1076"/>
          <ac:spMkLst>
            <pc:docMk/>
            <pc:sldMk cId="71466997" sldId="2366"/>
            <ac:spMk id="10" creationId="{C4B7DF77-942A-5C6F-9AA4-982F9BE2484D}"/>
          </ac:spMkLst>
        </pc:spChg>
        <pc:spChg chg="add mod">
          <ac:chgData name="수인 이" userId="a6bf09c0c2b50d42" providerId="LiveId" clId="{31FA811E-BE37-4C2B-A411-B352CCFE398B}" dt="2026-10-16T04:46:30.644" v="6418" actId="1076"/>
          <ac:spMkLst>
            <pc:docMk/>
            <pc:sldMk cId="71466997" sldId="2366"/>
            <ac:spMk id="11" creationId="{E92673DC-6D70-DB7C-49A8-E74C79C96E97}"/>
          </ac:spMkLst>
        </pc:spChg>
        <pc:spChg chg="del">
          <ac:chgData name="수인 이" userId="a6bf09c0c2b50d42" providerId="LiveId" clId="{31FA811E-BE37-4C2B-A411-B352CCFE398B}" dt="2026-10-16T04:45:28.710" v="6415" actId="478"/>
          <ac:spMkLst>
            <pc:docMk/>
            <pc:sldMk cId="71466997" sldId="2366"/>
            <ac:spMk id="12" creationId="{30A90520-5197-9323-18B3-661F1F364A80}"/>
          </ac:spMkLst>
        </pc:spChg>
        <pc:spChg chg="add mod">
          <ac:chgData name="수인 이" userId="a6bf09c0c2b50d42" providerId="LiveId" clId="{31FA811E-BE37-4C2B-A411-B352CCFE398B}" dt="2026-10-16T04:46:30.644" v="6418" actId="1076"/>
          <ac:spMkLst>
            <pc:docMk/>
            <pc:sldMk cId="71466997" sldId="2366"/>
            <ac:spMk id="13" creationId="{1AB7FA65-A877-1923-5642-1B37ADAA7437}"/>
          </ac:spMkLst>
        </pc:spChg>
        <pc:spChg chg="del">
          <ac:chgData name="수인 이" userId="a6bf09c0c2b50d42" providerId="LiveId" clId="{31FA811E-BE37-4C2B-A411-B352CCFE398B}" dt="2026-10-16T04:45:28.710" v="6415" actId="478"/>
          <ac:spMkLst>
            <pc:docMk/>
            <pc:sldMk cId="71466997" sldId="2366"/>
            <ac:spMk id="14" creationId="{DC9A4237-8223-88B2-2AC9-35142707AD92}"/>
          </ac:spMkLst>
        </pc:spChg>
        <pc:spChg chg="del">
          <ac:chgData name="수인 이" userId="a6bf09c0c2b50d42" providerId="LiveId" clId="{31FA811E-BE37-4C2B-A411-B352CCFE398B}" dt="2026-10-16T04:45:28.710" v="6415" actId="478"/>
          <ac:spMkLst>
            <pc:docMk/>
            <pc:sldMk cId="71466997" sldId="2366"/>
            <ac:spMk id="15" creationId="{95816FA4-0D89-D970-877A-A1FDD3AD2F5E}"/>
          </ac:spMkLst>
        </pc:spChg>
        <pc:spChg chg="add mod">
          <ac:chgData name="수인 이" userId="a6bf09c0c2b50d42" providerId="LiveId" clId="{31FA811E-BE37-4C2B-A411-B352CCFE398B}" dt="2026-10-16T04:46:30.644" v="6418" actId="1076"/>
          <ac:spMkLst>
            <pc:docMk/>
            <pc:sldMk cId="71466997" sldId="2366"/>
            <ac:spMk id="16" creationId="{B2F147EB-8A41-35D6-DD70-B24B69105E56}"/>
          </ac:spMkLst>
        </pc:spChg>
        <pc:spChg chg="del">
          <ac:chgData name="수인 이" userId="a6bf09c0c2b50d42" providerId="LiveId" clId="{31FA811E-BE37-4C2B-A411-B352CCFE398B}" dt="2026-10-16T04:45:28.710" v="6415" actId="478"/>
          <ac:spMkLst>
            <pc:docMk/>
            <pc:sldMk cId="71466997" sldId="2366"/>
            <ac:spMk id="17" creationId="{F46CB4E8-F735-7F45-181F-74AC521B1C96}"/>
          </ac:spMkLst>
        </pc:spChg>
        <pc:spChg chg="del">
          <ac:chgData name="수인 이" userId="a6bf09c0c2b50d42" providerId="LiveId" clId="{31FA811E-BE37-4C2B-A411-B352CCFE398B}" dt="2026-10-16T04:45:28.710" v="6415" actId="478"/>
          <ac:spMkLst>
            <pc:docMk/>
            <pc:sldMk cId="71466997" sldId="2366"/>
            <ac:spMk id="18" creationId="{7202B8D3-DA43-CC01-98D0-91B83016A833}"/>
          </ac:spMkLst>
        </pc:spChg>
        <pc:spChg chg="del">
          <ac:chgData name="수인 이" userId="a6bf09c0c2b50d42" providerId="LiveId" clId="{31FA811E-BE37-4C2B-A411-B352CCFE398B}" dt="2026-10-16T04:45:28.710" v="6415" actId="478"/>
          <ac:spMkLst>
            <pc:docMk/>
            <pc:sldMk cId="71466997" sldId="2366"/>
            <ac:spMk id="19" creationId="{53D6162C-A579-35C1-7DF3-A15EBBA9F671}"/>
          </ac:spMkLst>
        </pc:spChg>
        <pc:spChg chg="del">
          <ac:chgData name="수인 이" userId="a6bf09c0c2b50d42" providerId="LiveId" clId="{31FA811E-BE37-4C2B-A411-B352CCFE398B}" dt="2026-10-16T04:45:28.710" v="6415" actId="478"/>
          <ac:spMkLst>
            <pc:docMk/>
            <pc:sldMk cId="71466997" sldId="2366"/>
            <ac:spMk id="20" creationId="{A244C9CC-6CDD-96A4-CF19-995883D1B34E}"/>
          </ac:spMkLst>
        </pc:spChg>
        <pc:spChg chg="add mod">
          <ac:chgData name="수인 이" userId="a6bf09c0c2b50d42" providerId="LiveId" clId="{31FA811E-BE37-4C2B-A411-B352CCFE398B}" dt="2026-10-16T04:46:30.644" v="6418" actId="1076"/>
          <ac:spMkLst>
            <pc:docMk/>
            <pc:sldMk cId="71466997" sldId="2366"/>
            <ac:spMk id="21" creationId="{0CAC2644-01B1-6299-87AF-B49EA8E54020}"/>
          </ac:spMkLst>
        </pc:spChg>
        <pc:spChg chg="add mod">
          <ac:chgData name="수인 이" userId="a6bf09c0c2b50d42" providerId="LiveId" clId="{31FA811E-BE37-4C2B-A411-B352CCFE398B}" dt="2026-10-16T04:46:30.644" v="6418" actId="1076"/>
          <ac:spMkLst>
            <pc:docMk/>
            <pc:sldMk cId="71466997" sldId="2366"/>
            <ac:spMk id="22" creationId="{22E12084-FE22-E621-7FD3-851CDD0972D8}"/>
          </ac:spMkLst>
        </pc:spChg>
        <pc:spChg chg="del">
          <ac:chgData name="수인 이" userId="a6bf09c0c2b50d42" providerId="LiveId" clId="{31FA811E-BE37-4C2B-A411-B352CCFE398B}" dt="2026-10-16T04:45:28.710" v="6415" actId="478"/>
          <ac:spMkLst>
            <pc:docMk/>
            <pc:sldMk cId="71466997" sldId="2366"/>
            <ac:spMk id="24" creationId="{9D58700D-BA13-C3AE-C547-A6C573F1D17B}"/>
          </ac:spMkLst>
        </pc:spChg>
        <pc:spChg chg="del">
          <ac:chgData name="수인 이" userId="a6bf09c0c2b50d42" providerId="LiveId" clId="{31FA811E-BE37-4C2B-A411-B352CCFE398B}" dt="2026-10-16T04:45:28.710" v="6415" actId="478"/>
          <ac:spMkLst>
            <pc:docMk/>
            <pc:sldMk cId="71466997" sldId="2366"/>
            <ac:spMk id="25" creationId="{925BDCA5-6E75-A28C-CBF0-3F0ED01A50E0}"/>
          </ac:spMkLst>
        </pc:spChg>
        <pc:spChg chg="del">
          <ac:chgData name="수인 이" userId="a6bf09c0c2b50d42" providerId="LiveId" clId="{31FA811E-BE37-4C2B-A411-B352CCFE398B}" dt="2026-10-16T04:45:28.710" v="6415" actId="478"/>
          <ac:spMkLst>
            <pc:docMk/>
            <pc:sldMk cId="71466997" sldId="2366"/>
            <ac:spMk id="26" creationId="{474D6B64-3E20-AAFD-DBBD-07CE177624B9}"/>
          </ac:spMkLst>
        </pc:spChg>
        <pc:spChg chg="del">
          <ac:chgData name="수인 이" userId="a6bf09c0c2b50d42" providerId="LiveId" clId="{31FA811E-BE37-4C2B-A411-B352CCFE398B}" dt="2026-10-16T04:45:28.710" v="6415" actId="478"/>
          <ac:spMkLst>
            <pc:docMk/>
            <pc:sldMk cId="71466997" sldId="2366"/>
            <ac:spMk id="27" creationId="{B88BB633-63C1-2F1E-EADC-CF242FF0773C}"/>
          </ac:spMkLst>
        </pc:spChg>
        <pc:spChg chg="add mod">
          <ac:chgData name="수인 이" userId="a6bf09c0c2b50d42" providerId="LiveId" clId="{31FA811E-BE37-4C2B-A411-B352CCFE398B}" dt="2026-10-16T04:46:30.644" v="6418" actId="1076"/>
          <ac:spMkLst>
            <pc:docMk/>
            <pc:sldMk cId="71466997" sldId="2366"/>
            <ac:spMk id="28" creationId="{C23CD3A4-C39C-BB15-99C4-2614AD7AD7F7}"/>
          </ac:spMkLst>
        </pc:spChg>
        <pc:spChg chg="add mod">
          <ac:chgData name="수인 이" userId="a6bf09c0c2b50d42" providerId="LiveId" clId="{31FA811E-BE37-4C2B-A411-B352CCFE398B}" dt="2026-10-16T04:46:30.644" v="6418" actId="1076"/>
          <ac:spMkLst>
            <pc:docMk/>
            <pc:sldMk cId="71466997" sldId="2366"/>
            <ac:spMk id="29" creationId="{3CEC856D-F8CD-EBC7-6CDB-CBEA70C6F0AD}"/>
          </ac:spMkLst>
        </pc:spChg>
        <pc:spChg chg="add mod">
          <ac:chgData name="수인 이" userId="a6bf09c0c2b50d42" providerId="LiveId" clId="{31FA811E-BE37-4C2B-A411-B352CCFE398B}" dt="2026-10-16T04:46:30.644" v="6418" actId="1076"/>
          <ac:spMkLst>
            <pc:docMk/>
            <pc:sldMk cId="71466997" sldId="2366"/>
            <ac:spMk id="32" creationId="{9C7AF0B6-C1DD-109A-24ED-9A4C37B3C224}"/>
          </ac:spMkLst>
        </pc:spChg>
        <pc:picChg chg="del">
          <ac:chgData name="수인 이" userId="a6bf09c0c2b50d42" providerId="LiveId" clId="{31FA811E-BE37-4C2B-A411-B352CCFE398B}" dt="2026-10-16T04:45:28.710" v="6415" actId="478"/>
          <ac:picMkLst>
            <pc:docMk/>
            <pc:sldMk cId="71466997" sldId="2366"/>
            <ac:picMk id="9" creationId="{C572DC8E-6967-3E87-170F-7F5A122D7AD5}"/>
          </ac:picMkLst>
        </pc:picChg>
        <pc:picChg chg="del">
          <ac:chgData name="수인 이" userId="a6bf09c0c2b50d42" providerId="LiveId" clId="{31FA811E-BE37-4C2B-A411-B352CCFE398B}" dt="2026-10-16T04:45:28.710" v="6415" actId="478"/>
          <ac:picMkLst>
            <pc:docMk/>
            <pc:sldMk cId="71466997" sldId="2366"/>
            <ac:picMk id="23" creationId="{AA91B0F6-8214-DB9E-DB30-ACF6C2AEC4D8}"/>
          </ac:picMkLst>
        </pc:picChg>
        <pc:picChg chg="del">
          <ac:chgData name="수인 이" userId="a6bf09c0c2b50d42" providerId="LiveId" clId="{31FA811E-BE37-4C2B-A411-B352CCFE398B}" dt="2026-10-16T04:45:28.710" v="6415" actId="478"/>
          <ac:picMkLst>
            <pc:docMk/>
            <pc:sldMk cId="71466997" sldId="2366"/>
            <ac:picMk id="30" creationId="{66950499-E1CA-A33D-7A80-04A5EAA50ACB}"/>
          </ac:picMkLst>
        </pc:picChg>
        <pc:cxnChg chg="add mod">
          <ac:chgData name="수인 이" userId="a6bf09c0c2b50d42" providerId="LiveId" clId="{31FA811E-BE37-4C2B-A411-B352CCFE398B}" dt="2026-10-16T04:46:30.644" v="6418" actId="1076"/>
          <ac:cxnSpMkLst>
            <pc:docMk/>
            <pc:sldMk cId="71466997" sldId="2366"/>
            <ac:cxnSpMk id="31" creationId="{5A112E86-63EE-DACB-898D-101EB0EAD245}"/>
          </ac:cxnSpMkLst>
        </pc:cxnChg>
        <pc:cxnChg chg="add mod">
          <ac:chgData name="수인 이" userId="a6bf09c0c2b50d42" providerId="LiveId" clId="{31FA811E-BE37-4C2B-A411-B352CCFE398B}" dt="2026-10-16T04:46:30.644" v="6418" actId="1076"/>
          <ac:cxnSpMkLst>
            <pc:docMk/>
            <pc:sldMk cId="71466997" sldId="2366"/>
            <ac:cxnSpMk id="33" creationId="{05F62F01-4CB0-9D5C-36F4-7EA901BB1EFA}"/>
          </ac:cxnSpMkLst>
        </pc:cxnChg>
        <pc:cxnChg chg="add mod">
          <ac:chgData name="수인 이" userId="a6bf09c0c2b50d42" providerId="LiveId" clId="{31FA811E-BE37-4C2B-A411-B352CCFE398B}" dt="2026-10-16T04:46:30.644" v="6418" actId="1076"/>
          <ac:cxnSpMkLst>
            <pc:docMk/>
            <pc:sldMk cId="71466997" sldId="2366"/>
            <ac:cxnSpMk id="34" creationId="{C5A43DBC-A6FF-CCA5-EF16-3D9381C0C332}"/>
          </ac:cxnSpMkLst>
        </pc:cxnChg>
      </pc:sldChg>
      <pc:sldChg chg="modSp add mod">
        <pc:chgData name="수인 이" userId="a6bf09c0c2b50d42" providerId="LiveId" clId="{31FA811E-BE37-4C2B-A411-B352CCFE398B}" dt="2026-10-16T04:48:09.252" v="6427" actId="20577"/>
        <pc:sldMkLst>
          <pc:docMk/>
          <pc:sldMk cId="1939304859" sldId="2367"/>
        </pc:sldMkLst>
        <pc:spChg chg="mod">
          <ac:chgData name="수인 이" userId="a6bf09c0c2b50d42" providerId="LiveId" clId="{31FA811E-BE37-4C2B-A411-B352CCFE398B}" dt="2026-10-16T04:48:09.252" v="6427" actId="20577"/>
          <ac:spMkLst>
            <pc:docMk/>
            <pc:sldMk cId="1939304859" sldId="2367"/>
            <ac:spMk id="28" creationId="{A0DA1400-84B8-5192-0C0C-3CFE25EE9E2F}"/>
          </ac:spMkLst>
        </pc:spChg>
      </pc:sldChg>
      <pc:sldChg chg="modSp add mod">
        <pc:chgData name="수인 이" userId="a6bf09c0c2b50d42" providerId="LiveId" clId="{31FA811E-BE37-4C2B-A411-B352CCFE398B}" dt="2026-10-16T04:48:11.498" v="6428" actId="20577"/>
        <pc:sldMkLst>
          <pc:docMk/>
          <pc:sldMk cId="1116640297" sldId="2368"/>
        </pc:sldMkLst>
        <pc:spChg chg="mod">
          <ac:chgData name="수인 이" userId="a6bf09c0c2b50d42" providerId="LiveId" clId="{31FA811E-BE37-4C2B-A411-B352CCFE398B}" dt="2026-10-16T04:48:11.498" v="6428" actId="20577"/>
          <ac:spMkLst>
            <pc:docMk/>
            <pc:sldMk cId="1116640297" sldId="2368"/>
            <ac:spMk id="28" creationId="{A0DA1400-84B8-5192-0C0C-3CFE25EE9E2F}"/>
          </ac:spMkLst>
        </pc:spChg>
      </pc:sldChg>
    </pc:docChg>
  </pc:docChgLst>
  <pc:docChgLst>
    <pc:chgData name="수인 이" userId="a6bf09c0c2b50d42" providerId="LiveId" clId="{A4B2E614-8A74-4A44-B4A5-5E77D32D0959}"/>
    <pc:docChg chg="undo redo custSel modSld">
      <pc:chgData name="수인 이" userId="a6bf09c0c2b50d42" providerId="LiveId" clId="{A4B2E614-8A74-4A44-B4A5-5E77D32D0959}" dt="2026-10-06T06:47:42.517" v="134" actId="20577"/>
      <pc:docMkLst>
        <pc:docMk/>
      </pc:docMkLst>
      <pc:sldChg chg="modSp mod">
        <pc:chgData name="수인 이" userId="a6bf09c0c2b50d42" providerId="LiveId" clId="{A4B2E614-8A74-4A44-B4A5-5E77D32D0959}" dt="2026-10-06T06:47:42.517" v="134" actId="20577"/>
        <pc:sldMkLst>
          <pc:docMk/>
          <pc:sldMk cId="1663200425" sldId="2338"/>
        </pc:sldMkLst>
        <pc:spChg chg="mod">
          <ac:chgData name="수인 이" userId="a6bf09c0c2b50d42" providerId="LiveId" clId="{A4B2E614-8A74-4A44-B4A5-5E77D32D0959}" dt="2026-10-06T06:47:42.517" v="134" actId="20577"/>
          <ac:spMkLst>
            <pc:docMk/>
            <pc:sldMk cId="1663200425" sldId="2338"/>
            <ac:spMk id="12" creationId="{569B93D7-D766-9BCD-1F96-1C44FE81B2A6}"/>
          </ac:spMkLst>
        </pc:spChg>
      </pc:sldChg>
      <pc:sldChg chg="addSp modSp mod">
        <pc:chgData name="수인 이" userId="a6bf09c0c2b50d42" providerId="LiveId" clId="{A4B2E614-8A74-4A44-B4A5-5E77D32D0959}" dt="2026-10-06T06:45:44.420" v="103" actId="20577"/>
        <pc:sldMkLst>
          <pc:docMk/>
          <pc:sldMk cId="2035728619" sldId="2343"/>
        </pc:sldMkLst>
        <pc:spChg chg="add mod">
          <ac:chgData name="수인 이" userId="a6bf09c0c2b50d42" providerId="LiveId" clId="{A4B2E614-8A74-4A44-B4A5-5E77D32D0959}" dt="2026-10-06T06:45:44.420" v="103" actId="20577"/>
          <ac:spMkLst>
            <pc:docMk/>
            <pc:sldMk cId="2035728619" sldId="2343"/>
            <ac:spMk id="2" creationId="{60052173-474A-4CC5-ADE1-C954F1E32944}"/>
          </ac:spMkLst>
        </pc:spChg>
      </pc:sldChg>
      <pc:sldChg chg="addSp modSp mod">
        <pc:chgData name="수인 이" userId="a6bf09c0c2b50d42" providerId="LiveId" clId="{A4B2E614-8A74-4A44-B4A5-5E77D32D0959}" dt="2026-10-06T06:42:35.368" v="17" actId="1076"/>
        <pc:sldMkLst>
          <pc:docMk/>
          <pc:sldMk cId="2045332907" sldId="2344"/>
        </pc:sldMkLst>
        <pc:spChg chg="mod">
          <ac:chgData name="수인 이" userId="a6bf09c0c2b50d42" providerId="LiveId" clId="{A4B2E614-8A74-4A44-B4A5-5E77D32D0959}" dt="2026-10-06T06:42:32.516" v="16" actId="1076"/>
          <ac:spMkLst>
            <pc:docMk/>
            <pc:sldMk cId="2045332907" sldId="2344"/>
            <ac:spMk id="2" creationId="{852C4F49-D8D0-EB7D-8AC8-5858A61E48EF}"/>
          </ac:spMkLst>
        </pc:spChg>
        <pc:spChg chg="add mod">
          <ac:chgData name="수인 이" userId="a6bf09c0c2b50d42" providerId="LiveId" clId="{A4B2E614-8A74-4A44-B4A5-5E77D32D0959}" dt="2026-10-06T06:42:23.918" v="14" actId="14100"/>
          <ac:spMkLst>
            <pc:docMk/>
            <pc:sldMk cId="2045332907" sldId="2344"/>
            <ac:spMk id="4" creationId="{4BB74724-C46D-9EC1-57D8-D7E31930605C}"/>
          </ac:spMkLst>
        </pc:spChg>
        <pc:spChg chg="mod">
          <ac:chgData name="수인 이" userId="a6bf09c0c2b50d42" providerId="LiveId" clId="{A4B2E614-8A74-4A44-B4A5-5E77D32D0959}" dt="2026-10-06T06:42:35.368" v="17" actId="1076"/>
          <ac:spMkLst>
            <pc:docMk/>
            <pc:sldMk cId="2045332907" sldId="2344"/>
            <ac:spMk id="6" creationId="{E18E178F-255D-A302-8343-A46E19AD831D}"/>
          </ac:spMkLst>
        </pc:spChg>
      </pc:sldChg>
      <pc:sldChg chg="addSp modSp mod">
        <pc:chgData name="수인 이" userId="a6bf09c0c2b50d42" providerId="LiveId" clId="{A4B2E614-8A74-4A44-B4A5-5E77D32D0959}" dt="2026-10-06T06:46:09.174" v="107" actId="20577"/>
        <pc:sldMkLst>
          <pc:docMk/>
          <pc:sldMk cId="1201027896" sldId="2345"/>
        </pc:sldMkLst>
        <pc:spChg chg="mod">
          <ac:chgData name="수인 이" userId="a6bf09c0c2b50d42" providerId="LiveId" clId="{A4B2E614-8A74-4A44-B4A5-5E77D32D0959}" dt="2026-10-06T06:44:12.498" v="87" actId="207"/>
          <ac:spMkLst>
            <pc:docMk/>
            <pc:sldMk cId="1201027896" sldId="2345"/>
            <ac:spMk id="2" creationId="{675EA8C2-AE41-A052-1BC0-5272D524F362}"/>
          </ac:spMkLst>
        </pc:spChg>
        <pc:spChg chg="add mod">
          <ac:chgData name="수인 이" userId="a6bf09c0c2b50d42" providerId="LiveId" clId="{A4B2E614-8A74-4A44-B4A5-5E77D32D0959}" dt="2026-10-06T06:46:09.174" v="107" actId="20577"/>
          <ac:spMkLst>
            <pc:docMk/>
            <pc:sldMk cId="1201027896" sldId="2345"/>
            <ac:spMk id="3" creationId="{6A48D8D7-8122-D2E4-9F9A-8BD946713EB3}"/>
          </ac:spMkLst>
        </pc:spChg>
        <pc:spChg chg="mod">
          <ac:chgData name="수인 이" userId="a6bf09c0c2b50d42" providerId="LiveId" clId="{A4B2E614-8A74-4A44-B4A5-5E77D32D0959}" dt="2026-10-06T06:43:17.513" v="60" actId="20577"/>
          <ac:spMkLst>
            <pc:docMk/>
            <pc:sldMk cId="1201027896" sldId="2345"/>
            <ac:spMk id="5" creationId="{106B127B-F154-6187-340E-DC7E5CBCC5BD}"/>
          </ac:spMkLst>
        </pc:spChg>
        <pc:spChg chg="mod">
          <ac:chgData name="수인 이" userId="a6bf09c0c2b50d42" providerId="LiveId" clId="{A4B2E614-8A74-4A44-B4A5-5E77D32D0959}" dt="2026-10-06T06:42:57.330" v="28" actId="1076"/>
          <ac:spMkLst>
            <pc:docMk/>
            <pc:sldMk cId="1201027896" sldId="2345"/>
            <ac:spMk id="7" creationId="{8DC189C1-DB2F-CDC5-DC8B-F7B7F617C71B}"/>
          </ac:spMkLst>
        </pc:spChg>
        <pc:spChg chg="mod">
          <ac:chgData name="수인 이" userId="a6bf09c0c2b50d42" providerId="LiveId" clId="{A4B2E614-8A74-4A44-B4A5-5E77D32D0959}" dt="2026-10-06T06:43:32.793" v="76" actId="20577"/>
          <ac:spMkLst>
            <pc:docMk/>
            <pc:sldMk cId="1201027896" sldId="2345"/>
            <ac:spMk id="10" creationId="{AFBB7D62-1EED-86F6-F4E2-5CAEA816CC57}"/>
          </ac:spMkLst>
        </pc:spChg>
      </pc:sldChg>
      <pc:sldChg chg="addSp modSp mod">
        <pc:chgData name="수인 이" userId="a6bf09c0c2b50d42" providerId="LiveId" clId="{A4B2E614-8A74-4A44-B4A5-5E77D32D0959}" dt="2026-10-06T06:46:34.065" v="113" actId="20577"/>
        <pc:sldMkLst>
          <pc:docMk/>
          <pc:sldMk cId="471435703" sldId="2346"/>
        </pc:sldMkLst>
        <pc:spChg chg="add mod">
          <ac:chgData name="수인 이" userId="a6bf09c0c2b50d42" providerId="LiveId" clId="{A4B2E614-8A74-4A44-B4A5-5E77D32D0959}" dt="2026-10-06T06:43:58.979" v="83" actId="2085"/>
          <ac:spMkLst>
            <pc:docMk/>
            <pc:sldMk cId="471435703" sldId="2346"/>
            <ac:spMk id="2" creationId="{210D240B-DEA6-5C58-7311-B1EE690237BC}"/>
          </ac:spMkLst>
        </pc:spChg>
        <pc:spChg chg="add mod">
          <ac:chgData name="수인 이" userId="a6bf09c0c2b50d42" providerId="LiveId" clId="{A4B2E614-8A74-4A44-B4A5-5E77D32D0959}" dt="2026-10-06T06:46:34.065" v="113" actId="20577"/>
          <ac:spMkLst>
            <pc:docMk/>
            <pc:sldMk cId="471435703" sldId="2346"/>
            <ac:spMk id="5" creationId="{8177B527-D38A-2273-753F-55D4860BE1A9}"/>
          </ac:spMkLst>
        </pc:spChg>
        <pc:picChg chg="mod">
          <ac:chgData name="수인 이" userId="a6bf09c0c2b50d42" providerId="LiveId" clId="{A4B2E614-8A74-4A44-B4A5-5E77D32D0959}" dt="2026-10-06T06:46:13.220" v="108" actId="1076"/>
          <ac:picMkLst>
            <pc:docMk/>
            <pc:sldMk cId="471435703" sldId="2346"/>
            <ac:picMk id="3" creationId="{19DA4200-BE65-BA59-8940-BCD5540DB439}"/>
          </ac:picMkLst>
        </pc:picChg>
        <pc:picChg chg="mod">
          <ac:chgData name="수인 이" userId="a6bf09c0c2b50d42" providerId="LiveId" clId="{A4B2E614-8A74-4A44-B4A5-5E77D32D0959}" dt="2026-10-06T06:46:13.220" v="108" actId="1076"/>
          <ac:picMkLst>
            <pc:docMk/>
            <pc:sldMk cId="471435703" sldId="2346"/>
            <ac:picMk id="4" creationId="{6F13DCC1-031D-EFBA-3B5B-337E9C548432}"/>
          </ac:picMkLst>
        </pc:picChg>
        <pc:inkChg chg="mod">
          <ac:chgData name="수인 이" userId="a6bf09c0c2b50d42" providerId="LiveId" clId="{A4B2E614-8A74-4A44-B4A5-5E77D32D0959}" dt="2026-10-06T06:46:15.786" v="109" actId="1076"/>
          <ac:inkMkLst>
            <pc:docMk/>
            <pc:sldMk cId="471435703" sldId="2346"/>
            <ac:inkMk id="8" creationId="{F02D26FC-76DA-291A-FA49-2F909BBD374C}"/>
          </ac:inkMkLst>
        </pc:inkChg>
      </pc:sldChg>
      <pc:sldChg chg="addSp modSp mod">
        <pc:chgData name="수인 이" userId="a6bf09c0c2b50d42" providerId="LiveId" clId="{A4B2E614-8A74-4A44-B4A5-5E77D32D0959}" dt="2026-10-06T06:47:08.984" v="118" actId="20577"/>
        <pc:sldMkLst>
          <pc:docMk/>
          <pc:sldMk cId="2341803534" sldId="2347"/>
        </pc:sldMkLst>
        <pc:spChg chg="add mod">
          <ac:chgData name="수인 이" userId="a6bf09c0c2b50d42" providerId="LiveId" clId="{A4B2E614-8A74-4A44-B4A5-5E77D32D0959}" dt="2026-10-06T06:47:08.984" v="118" actId="20577"/>
          <ac:spMkLst>
            <pc:docMk/>
            <pc:sldMk cId="2341803534" sldId="2347"/>
            <ac:spMk id="3" creationId="{0A76E246-74F5-9D5C-0858-3C8D4D0AF5FE}"/>
          </ac:spMkLst>
        </pc:spChg>
        <pc:spChg chg="mod">
          <ac:chgData name="수인 이" userId="a6bf09c0c2b50d42" providerId="LiveId" clId="{A4B2E614-8A74-4A44-B4A5-5E77D32D0959}" dt="2026-10-06T06:44:25.544" v="94" actId="20577"/>
          <ac:spMkLst>
            <pc:docMk/>
            <pc:sldMk cId="2341803534" sldId="2347"/>
            <ac:spMk id="7" creationId="{34DA548B-FE37-0B2F-D7F9-63D7695287D4}"/>
          </ac:spMkLst>
        </pc:spChg>
        <pc:picChg chg="mod">
          <ac:chgData name="수인 이" userId="a6bf09c0c2b50d42" providerId="LiveId" clId="{A4B2E614-8A74-4A44-B4A5-5E77D32D0959}" dt="2026-10-06T06:44:28.745" v="96" actId="1076"/>
          <ac:picMkLst>
            <pc:docMk/>
            <pc:sldMk cId="2341803534" sldId="2347"/>
            <ac:picMk id="2" creationId="{7382D9A4-6A03-3ED8-8D5D-1F8C6C828C6E}"/>
          </ac:picMkLst>
        </pc:picChg>
      </pc:sldChg>
      <pc:sldChg chg="addSp delSp modSp mod">
        <pc:chgData name="수인 이" userId="a6bf09c0c2b50d42" providerId="LiveId" clId="{A4B2E614-8A74-4A44-B4A5-5E77D32D0959}" dt="2026-10-06T06:47:18.363" v="121" actId="20577"/>
        <pc:sldMkLst>
          <pc:docMk/>
          <pc:sldMk cId="1656095444" sldId="2348"/>
        </pc:sldMkLst>
        <pc:spChg chg="add mod">
          <ac:chgData name="수인 이" userId="a6bf09c0c2b50d42" providerId="LiveId" clId="{A4B2E614-8A74-4A44-B4A5-5E77D32D0959}" dt="2026-10-06T06:47:18.363" v="121" actId="20577"/>
          <ac:spMkLst>
            <pc:docMk/>
            <pc:sldMk cId="1656095444" sldId="2348"/>
            <ac:spMk id="2" creationId="{0C8347CA-1802-4EDF-4DB4-546733B348C8}"/>
          </ac:spMkLst>
        </pc:spChg>
        <pc:spChg chg="del">
          <ac:chgData name="수인 이" userId="a6bf09c0c2b50d42" providerId="LiveId" clId="{A4B2E614-8A74-4A44-B4A5-5E77D32D0959}" dt="2026-10-06T06:44:34.600" v="97" actId="478"/>
          <ac:spMkLst>
            <pc:docMk/>
            <pc:sldMk cId="1656095444" sldId="2348"/>
            <ac:spMk id="7" creationId="{AC04E6A1-C9B0-8ADB-9DA6-3E0B6B880906}"/>
          </ac:spMkLst>
        </pc:spChg>
        <pc:picChg chg="mod">
          <ac:chgData name="수인 이" userId="a6bf09c0c2b50d42" providerId="LiveId" clId="{A4B2E614-8A74-4A44-B4A5-5E77D32D0959}" dt="2026-10-06T06:44:40.368" v="100" actId="1076"/>
          <ac:picMkLst>
            <pc:docMk/>
            <pc:sldMk cId="1656095444" sldId="2348"/>
            <ac:picMk id="3" creationId="{C91D1333-EFB4-85DE-0E98-042D92C6A3AB}"/>
          </ac:picMkLst>
        </pc:picChg>
        <pc:picChg chg="mod">
          <ac:chgData name="수인 이" userId="a6bf09c0c2b50d42" providerId="LiveId" clId="{A4B2E614-8A74-4A44-B4A5-5E77D32D0959}" dt="2026-10-06T06:44:40.368" v="100" actId="1076"/>
          <ac:picMkLst>
            <pc:docMk/>
            <pc:sldMk cId="1656095444" sldId="2348"/>
            <ac:picMk id="4" creationId="{77F2C64C-D7B2-191E-742C-E5CD7040C23F}"/>
          </ac:picMkLst>
        </pc:picChg>
        <pc:inkChg chg="mod">
          <ac:chgData name="수인 이" userId="a6bf09c0c2b50d42" providerId="LiveId" clId="{A4B2E614-8A74-4A44-B4A5-5E77D32D0959}" dt="2026-10-06T06:44:40.368" v="100" actId="1076"/>
          <ac:inkMkLst>
            <pc:docMk/>
            <pc:sldMk cId="1656095444" sldId="2348"/>
            <ac:inkMk id="5" creationId="{A76DE886-07BF-C901-EA8B-3A106DFFA059}"/>
          </ac:inkMkLst>
        </pc:inkChg>
      </pc:sldChg>
      <pc:sldChg chg="addSp modSp mod">
        <pc:chgData name="수인 이" userId="a6bf09c0c2b50d42" providerId="LiveId" clId="{A4B2E614-8A74-4A44-B4A5-5E77D32D0959}" dt="2026-10-06T06:47:27.273" v="124" actId="20577"/>
        <pc:sldMkLst>
          <pc:docMk/>
          <pc:sldMk cId="3634002339" sldId="2349"/>
        </pc:sldMkLst>
        <pc:spChg chg="add mod">
          <ac:chgData name="수인 이" userId="a6bf09c0c2b50d42" providerId="LiveId" clId="{A4B2E614-8A74-4A44-B4A5-5E77D32D0959}" dt="2026-10-06T06:47:27.273" v="124" actId="20577"/>
          <ac:spMkLst>
            <pc:docMk/>
            <pc:sldMk cId="3634002339" sldId="2349"/>
            <ac:spMk id="3" creationId="{95B19D5B-5166-7CC2-1C82-71CBFD6F66E8}"/>
          </ac:spMkLst>
        </pc:spChg>
      </pc:sldChg>
      <pc:sldChg chg="addSp modSp mod">
        <pc:chgData name="수인 이" userId="a6bf09c0c2b50d42" providerId="LiveId" clId="{A4B2E614-8A74-4A44-B4A5-5E77D32D0959}" dt="2026-10-06T06:46:50.886" v="116" actId="20577"/>
        <pc:sldMkLst>
          <pc:docMk/>
          <pc:sldMk cId="703893780" sldId="2350"/>
        </pc:sldMkLst>
        <pc:spChg chg="add mod">
          <ac:chgData name="수인 이" userId="a6bf09c0c2b50d42" providerId="LiveId" clId="{A4B2E614-8A74-4A44-B4A5-5E77D32D0959}" dt="2026-10-06T06:44:05.244" v="86" actId="1076"/>
          <ac:spMkLst>
            <pc:docMk/>
            <pc:sldMk cId="703893780" sldId="2350"/>
            <ac:spMk id="2" creationId="{2D96D020-ED1F-18FA-DA6C-637AFA39E62A}"/>
          </ac:spMkLst>
        </pc:spChg>
        <pc:spChg chg="add mod">
          <ac:chgData name="수인 이" userId="a6bf09c0c2b50d42" providerId="LiveId" clId="{A4B2E614-8A74-4A44-B4A5-5E77D32D0959}" dt="2026-10-06T06:46:50.886" v="116" actId="20577"/>
          <ac:spMkLst>
            <pc:docMk/>
            <pc:sldMk cId="703893780" sldId="2350"/>
            <ac:spMk id="3" creationId="{9DAEEE8D-32F1-A5B0-813E-9F87D105FD5C}"/>
          </ac:spMkLst>
        </pc:spChg>
      </pc:sldChg>
    </pc:docChg>
  </pc:docChgLst>
  <pc:docChgLst>
    <pc:chgData name="수인 이" userId="a6bf09c0c2b50d42" providerId="LiveId" clId="{5193591E-DB5F-4632-9B30-8D18C9888E63}"/>
    <pc:docChg chg="undo custSel addSld modSld">
      <pc:chgData name="수인 이" userId="a6bf09c0c2b50d42" providerId="LiveId" clId="{5193591E-DB5F-4632-9B30-8D18C9888E63}" dt="2026-08-11T00:49:46.183" v="503" actId="1076"/>
      <pc:docMkLst>
        <pc:docMk/>
      </pc:docMkLst>
      <pc:sldChg chg="delSp modSp mod">
        <pc:chgData name="수인 이" userId="a6bf09c0c2b50d42" providerId="LiveId" clId="{5193591E-DB5F-4632-9B30-8D18C9888E63}" dt="2026-08-11T00:42:42.320" v="163" actId="478"/>
        <pc:sldMkLst>
          <pc:docMk/>
          <pc:sldMk cId="587986892" sldId="261"/>
        </pc:sldMkLst>
        <pc:spChg chg="mod">
          <ac:chgData name="수인 이" userId="a6bf09c0c2b50d42" providerId="LiveId" clId="{5193591E-DB5F-4632-9B30-8D18C9888E63}" dt="2026-08-11T00:40:58.530" v="145" actId="1076"/>
          <ac:spMkLst>
            <pc:docMk/>
            <pc:sldMk cId="587986892" sldId="261"/>
            <ac:spMk id="4" creationId="{DDF898E4-7D3D-5BC0-58BA-0559A2861C04}"/>
          </ac:spMkLst>
        </pc:spChg>
        <pc:cxnChg chg="del">
          <ac:chgData name="수인 이" userId="a6bf09c0c2b50d42" providerId="LiveId" clId="{5193591E-DB5F-4632-9B30-8D18C9888E63}" dt="2026-08-11T00:42:42.320" v="163" actId="478"/>
          <ac:cxnSpMkLst>
            <pc:docMk/>
            <pc:sldMk cId="587986892" sldId="261"/>
            <ac:cxnSpMk id="6" creationId="{6B763A73-AFD3-0EDD-BEDC-5C6F40EB1212}"/>
          </ac:cxnSpMkLst>
        </pc:cxnChg>
      </pc:sldChg>
      <pc:sldChg chg="delSp modSp mod">
        <pc:chgData name="수인 이" userId="a6bf09c0c2b50d42" providerId="LiveId" clId="{5193591E-DB5F-4632-9B30-8D18C9888E63}" dt="2026-08-11T00:42:36.236" v="162" actId="478"/>
        <pc:sldMkLst>
          <pc:docMk/>
          <pc:sldMk cId="2412063335" sldId="2339"/>
        </pc:sldMkLst>
        <pc:cxnChg chg="del mod">
          <ac:chgData name="수인 이" userId="a6bf09c0c2b50d42" providerId="LiveId" clId="{5193591E-DB5F-4632-9B30-8D18C9888E63}" dt="2026-08-11T00:42:36.236" v="162" actId="478"/>
          <ac:cxnSpMkLst>
            <pc:docMk/>
            <pc:sldMk cId="2412063335" sldId="2339"/>
            <ac:cxnSpMk id="6" creationId="{6B763A73-AFD3-0EDD-BEDC-5C6F40EB1212}"/>
          </ac:cxnSpMkLst>
        </pc:cxnChg>
      </pc:sldChg>
      <pc:sldChg chg="addSp delSp modSp mod">
        <pc:chgData name="수인 이" userId="a6bf09c0c2b50d42" providerId="LiveId" clId="{5193591E-DB5F-4632-9B30-8D18C9888E63}" dt="2026-08-11T00:48:42.531" v="376" actId="1076"/>
        <pc:sldMkLst>
          <pc:docMk/>
          <pc:sldMk cId="1730188704" sldId="2340"/>
        </pc:sldMkLst>
        <pc:spChg chg="add del mod">
          <ac:chgData name="수인 이" userId="a6bf09c0c2b50d42" providerId="LiveId" clId="{5193591E-DB5F-4632-9B30-8D18C9888E63}" dt="2026-08-11T00:43:04.409" v="164" actId="478"/>
          <ac:spMkLst>
            <pc:docMk/>
            <pc:sldMk cId="1730188704" sldId="2340"/>
            <ac:spMk id="2" creationId="{3627193B-2BA1-484A-16B5-3203138281ED}"/>
          </ac:spMkLst>
        </pc:spChg>
        <pc:spChg chg="add mod">
          <ac:chgData name="수인 이" userId="a6bf09c0c2b50d42" providerId="LiveId" clId="{5193591E-DB5F-4632-9B30-8D18C9888E63}" dt="2026-08-11T00:48:42.531" v="376" actId="1076"/>
          <ac:spMkLst>
            <pc:docMk/>
            <pc:sldMk cId="1730188704" sldId="2340"/>
            <ac:spMk id="3" creationId="{AD8804F4-9C8C-A4AB-0447-E4950246A011}"/>
          </ac:spMkLst>
        </pc:spChg>
        <pc:spChg chg="mod">
          <ac:chgData name="수인 이" userId="a6bf09c0c2b50d42" providerId="LiveId" clId="{5193591E-DB5F-4632-9B30-8D18C9888E63}" dt="2026-08-11T00:48:03.998" v="289" actId="6549"/>
          <ac:spMkLst>
            <pc:docMk/>
            <pc:sldMk cId="1730188704" sldId="2340"/>
            <ac:spMk id="4" creationId="{DDF898E4-7D3D-5BC0-58BA-0559A2861C04}"/>
          </ac:spMkLst>
        </pc:spChg>
      </pc:sldChg>
      <pc:sldChg chg="addSp delSp modSp new mod">
        <pc:chgData name="수인 이" userId="a6bf09c0c2b50d42" providerId="LiveId" clId="{5193591E-DB5F-4632-9B30-8D18C9888E63}" dt="2026-08-11T00:49:46.183" v="503" actId="1076"/>
        <pc:sldMkLst>
          <pc:docMk/>
          <pc:sldMk cId="798820841" sldId="2367"/>
        </pc:sldMkLst>
        <pc:spChg chg="del">
          <ac:chgData name="수인 이" userId="a6bf09c0c2b50d42" providerId="LiveId" clId="{5193591E-DB5F-4632-9B30-8D18C9888E63}" dt="2026-08-11T00:43:07.791" v="166" actId="478"/>
          <ac:spMkLst>
            <pc:docMk/>
            <pc:sldMk cId="798820841" sldId="2367"/>
            <ac:spMk id="2" creationId="{01B78B9C-4968-7925-7B4C-7153FF2C28CD}"/>
          </ac:spMkLst>
        </pc:spChg>
        <pc:spChg chg="del">
          <ac:chgData name="수인 이" userId="a6bf09c0c2b50d42" providerId="LiveId" clId="{5193591E-DB5F-4632-9B30-8D18C9888E63}" dt="2026-08-11T00:43:07.791" v="166" actId="478"/>
          <ac:spMkLst>
            <pc:docMk/>
            <pc:sldMk cId="798820841" sldId="2367"/>
            <ac:spMk id="3" creationId="{B16A2038-D9C6-FEA9-8554-3FA80E210B8D}"/>
          </ac:spMkLst>
        </pc:spChg>
        <pc:spChg chg="add mod">
          <ac:chgData name="수인 이" userId="a6bf09c0c2b50d42" providerId="LiveId" clId="{5193591E-DB5F-4632-9B30-8D18C9888E63}" dt="2026-08-11T00:48:54.123" v="378"/>
          <ac:spMkLst>
            <pc:docMk/>
            <pc:sldMk cId="798820841" sldId="2367"/>
            <ac:spMk id="4" creationId="{8F3034F6-10D0-CD05-81F7-327320351C7D}"/>
          </ac:spMkLst>
        </pc:spChg>
        <pc:spChg chg="add mod">
          <ac:chgData name="수인 이" userId="a6bf09c0c2b50d42" providerId="LiveId" clId="{5193591E-DB5F-4632-9B30-8D18C9888E63}" dt="2026-08-11T00:46:00.487" v="229" actId="1076"/>
          <ac:spMkLst>
            <pc:docMk/>
            <pc:sldMk cId="798820841" sldId="2367"/>
            <ac:spMk id="6" creationId="{E04EFAAD-A9DA-8B0E-4E45-A882B6985216}"/>
          </ac:spMkLst>
        </pc:spChg>
        <pc:spChg chg="add mod">
          <ac:chgData name="수인 이" userId="a6bf09c0c2b50d42" providerId="LiveId" clId="{5193591E-DB5F-4632-9B30-8D18C9888E63}" dt="2026-08-11T00:49:46.183" v="503" actId="1076"/>
          <ac:spMkLst>
            <pc:docMk/>
            <pc:sldMk cId="798820841" sldId="2367"/>
            <ac:spMk id="7" creationId="{38DA1FFF-D329-CC10-0A9B-FC100D0AD6D5}"/>
          </ac:spMkLst>
        </pc:spChg>
      </pc:sldChg>
    </pc:docChg>
  </pc:docChgLst>
  <pc:docChgLst>
    <pc:chgData name="수인 이" userId="a6bf09c0c2b50d42" providerId="LiveId" clId="{929214AC-5129-4C3F-B87C-D728339B2521}"/>
    <pc:docChg chg="undo custSel addSld delSld modSld">
      <pc:chgData name="수인 이" userId="a6bf09c0c2b50d42" providerId="LiveId" clId="{929214AC-5129-4C3F-B87C-D728339B2521}" dt="2026-10-06T04:57:18.704" v="4090" actId="20577"/>
      <pc:docMkLst>
        <pc:docMk/>
      </pc:docMkLst>
      <pc:sldChg chg="addSp delSp modSp mod">
        <pc:chgData name="수인 이" userId="a6bf09c0c2b50d42" providerId="LiveId" clId="{929214AC-5129-4C3F-B87C-D728339B2521}" dt="2026-10-06T04:19:36.582" v="2495" actId="20577"/>
        <pc:sldMkLst>
          <pc:docMk/>
          <pc:sldMk cId="765035973" sldId="256"/>
        </pc:sldMkLst>
        <pc:spChg chg="del mod">
          <ac:chgData name="수인 이" userId="a6bf09c0c2b50d42" providerId="LiveId" clId="{929214AC-5129-4C3F-B87C-D728339B2521}" dt="2026-10-06T03:46:21.146" v="196" actId="478"/>
          <ac:spMkLst>
            <pc:docMk/>
            <pc:sldMk cId="765035973" sldId="256"/>
            <ac:spMk id="2" creationId="{FE0883CB-D011-599C-A789-A5DA6FE3EC1E}"/>
          </ac:spMkLst>
        </pc:spChg>
        <pc:spChg chg="add mod">
          <ac:chgData name="수인 이" userId="a6bf09c0c2b50d42" providerId="LiveId" clId="{929214AC-5129-4C3F-B87C-D728339B2521}" dt="2026-10-06T03:52:38.315" v="712" actId="1076"/>
          <ac:spMkLst>
            <pc:docMk/>
            <pc:sldMk cId="765035973" sldId="256"/>
            <ac:spMk id="7" creationId="{E4015512-3649-6C05-4473-493216D2852A}"/>
          </ac:spMkLst>
        </pc:spChg>
        <pc:spChg chg="add mod">
          <ac:chgData name="수인 이" userId="a6bf09c0c2b50d42" providerId="LiveId" clId="{929214AC-5129-4C3F-B87C-D728339B2521}" dt="2026-10-06T04:01:50.170" v="1385" actId="6549"/>
          <ac:spMkLst>
            <pc:docMk/>
            <pc:sldMk cId="765035973" sldId="256"/>
            <ac:spMk id="8" creationId="{7CA1667C-7354-A1E8-F142-66273CBC4E6A}"/>
          </ac:spMkLst>
        </pc:spChg>
        <pc:spChg chg="add mod">
          <ac:chgData name="수인 이" userId="a6bf09c0c2b50d42" providerId="LiveId" clId="{929214AC-5129-4C3F-B87C-D728339B2521}" dt="2026-10-06T04:08:14.663" v="1839" actId="20577"/>
          <ac:spMkLst>
            <pc:docMk/>
            <pc:sldMk cId="765035973" sldId="256"/>
            <ac:spMk id="11" creationId="{A2E1F299-0506-D028-D231-7C29CB84048F}"/>
          </ac:spMkLst>
        </pc:spChg>
        <pc:spChg chg="add mod">
          <ac:chgData name="수인 이" userId="a6bf09c0c2b50d42" providerId="LiveId" clId="{929214AC-5129-4C3F-B87C-D728339B2521}" dt="2026-10-06T04:19:36.582" v="2495" actId="20577"/>
          <ac:spMkLst>
            <pc:docMk/>
            <pc:sldMk cId="765035973" sldId="256"/>
            <ac:spMk id="12" creationId="{569B93D7-D766-9BCD-1F96-1C44FE81B2A6}"/>
          </ac:spMkLst>
        </pc:spChg>
        <pc:picChg chg="add mod">
          <ac:chgData name="수인 이" userId="a6bf09c0c2b50d42" providerId="LiveId" clId="{929214AC-5129-4C3F-B87C-D728339B2521}" dt="2026-10-06T03:52:38.315" v="712" actId="1076"/>
          <ac:picMkLst>
            <pc:docMk/>
            <pc:sldMk cId="765035973" sldId="256"/>
            <ac:picMk id="4" creationId="{E1720B7B-5D5C-5126-818F-C03509404DEF}"/>
          </ac:picMkLst>
        </pc:picChg>
        <pc:picChg chg="del">
          <ac:chgData name="수인 이" userId="a6bf09c0c2b50d42" providerId="LiveId" clId="{929214AC-5129-4C3F-B87C-D728339B2521}" dt="2026-10-06T03:46:22.162" v="197" actId="478"/>
          <ac:picMkLst>
            <pc:docMk/>
            <pc:sldMk cId="765035973" sldId="256"/>
            <ac:picMk id="5" creationId="{6D64737E-6F99-036A-D88F-6A9C4A8889C4}"/>
          </ac:picMkLst>
        </pc:picChg>
        <pc:picChg chg="add mod">
          <ac:chgData name="수인 이" userId="a6bf09c0c2b50d42" providerId="LiveId" clId="{929214AC-5129-4C3F-B87C-D728339B2521}" dt="2026-10-06T03:52:38.315" v="712" actId="1076"/>
          <ac:picMkLst>
            <pc:docMk/>
            <pc:sldMk cId="765035973" sldId="256"/>
            <ac:picMk id="10" creationId="{0566BFEB-5C82-0132-F830-A270B7D2B466}"/>
          </ac:picMkLst>
        </pc:picChg>
      </pc:sldChg>
      <pc:sldChg chg="del">
        <pc:chgData name="수인 이" userId="a6bf09c0c2b50d42" providerId="LiveId" clId="{929214AC-5129-4C3F-B87C-D728339B2521}" dt="2026-10-06T03:52:24.976" v="681" actId="47"/>
        <pc:sldMkLst>
          <pc:docMk/>
          <pc:sldMk cId="1691344745" sldId="258"/>
        </pc:sldMkLst>
      </pc:sldChg>
      <pc:sldChg chg="del">
        <pc:chgData name="수인 이" userId="a6bf09c0c2b50d42" providerId="LiveId" clId="{929214AC-5129-4C3F-B87C-D728339B2521}" dt="2026-10-06T03:52:25.322" v="683" actId="47"/>
        <pc:sldMkLst>
          <pc:docMk/>
          <pc:sldMk cId="145763181" sldId="260"/>
        </pc:sldMkLst>
      </pc:sldChg>
      <pc:sldChg chg="del">
        <pc:chgData name="수인 이" userId="a6bf09c0c2b50d42" providerId="LiveId" clId="{929214AC-5129-4C3F-B87C-D728339B2521}" dt="2026-10-06T03:52:25.589" v="684" actId="47"/>
        <pc:sldMkLst>
          <pc:docMk/>
          <pc:sldMk cId="587986892" sldId="261"/>
        </pc:sldMkLst>
      </pc:sldChg>
      <pc:sldChg chg="delSp modSp mod">
        <pc:chgData name="수인 이" userId="a6bf09c0c2b50d42" providerId="LiveId" clId="{929214AC-5129-4C3F-B87C-D728339B2521}" dt="2026-10-06T03:45:17.995" v="193" actId="20577"/>
        <pc:sldMkLst>
          <pc:docMk/>
          <pc:sldMk cId="4049189621" sldId="2336"/>
        </pc:sldMkLst>
        <pc:spChg chg="mod">
          <ac:chgData name="수인 이" userId="a6bf09c0c2b50d42" providerId="LiveId" clId="{929214AC-5129-4C3F-B87C-D728339B2521}" dt="2026-10-06T03:43:30.793" v="54" actId="1076"/>
          <ac:spMkLst>
            <pc:docMk/>
            <pc:sldMk cId="4049189621" sldId="2336"/>
            <ac:spMk id="7" creationId="{DACFE474-8452-EFBC-39F3-0D13533C2BF3}"/>
          </ac:spMkLst>
        </pc:spChg>
        <pc:spChg chg="mod">
          <ac:chgData name="수인 이" userId="a6bf09c0c2b50d42" providerId="LiveId" clId="{929214AC-5129-4C3F-B87C-D728339B2521}" dt="2026-10-06T03:44:51.362" v="140" actId="20577"/>
          <ac:spMkLst>
            <pc:docMk/>
            <pc:sldMk cId="4049189621" sldId="2336"/>
            <ac:spMk id="9" creationId="{D74FE53C-3A7A-EBF3-5163-EC0A42B89CC6}"/>
          </ac:spMkLst>
        </pc:spChg>
        <pc:spChg chg="del mod">
          <ac:chgData name="수인 이" userId="a6bf09c0c2b50d42" providerId="LiveId" clId="{929214AC-5129-4C3F-B87C-D728339B2521}" dt="2026-10-06T03:43:25.678" v="52"/>
          <ac:spMkLst>
            <pc:docMk/>
            <pc:sldMk cId="4049189621" sldId="2336"/>
            <ac:spMk id="12" creationId="{2F87C147-F976-0046-35F5-3E817FE13AB0}"/>
          </ac:spMkLst>
        </pc:spChg>
        <pc:spChg chg="mod">
          <ac:chgData name="수인 이" userId="a6bf09c0c2b50d42" providerId="LiveId" clId="{929214AC-5129-4C3F-B87C-D728339B2521}" dt="2026-10-06T03:45:17.995" v="193" actId="20577"/>
          <ac:spMkLst>
            <pc:docMk/>
            <pc:sldMk cId="4049189621" sldId="2336"/>
            <ac:spMk id="32" creationId="{137B2EFD-FD05-68D6-D824-C942FB7CE73E}"/>
          </ac:spMkLst>
        </pc:spChg>
        <pc:cxnChg chg="mod">
          <ac:chgData name="수인 이" userId="a6bf09c0c2b50d42" providerId="LiveId" clId="{929214AC-5129-4C3F-B87C-D728339B2521}" dt="2026-10-06T03:43:34.244" v="55" actId="1076"/>
          <ac:cxnSpMkLst>
            <pc:docMk/>
            <pc:sldMk cId="4049189621" sldId="2336"/>
            <ac:cxnSpMk id="8" creationId="{CF83CC0C-6654-E3CA-B699-1950729EFE04}"/>
          </ac:cxnSpMkLst>
        </pc:cxnChg>
      </pc:sldChg>
      <pc:sldChg chg="del">
        <pc:chgData name="수인 이" userId="a6bf09c0c2b50d42" providerId="LiveId" clId="{929214AC-5129-4C3F-B87C-D728339B2521}" dt="2026-10-06T03:52:24.825" v="680" actId="47"/>
        <pc:sldMkLst>
          <pc:docMk/>
          <pc:sldMk cId="1852715183" sldId="2337"/>
        </pc:sldMkLst>
      </pc:sldChg>
      <pc:sldChg chg="addSp delSp modSp add mod">
        <pc:chgData name="수인 이" userId="a6bf09c0c2b50d42" providerId="LiveId" clId="{929214AC-5129-4C3F-B87C-D728339B2521}" dt="2026-10-06T04:57:18.704" v="4090" actId="20577"/>
        <pc:sldMkLst>
          <pc:docMk/>
          <pc:sldMk cId="2713446537" sldId="2337"/>
        </pc:sldMkLst>
        <pc:spChg chg="del">
          <ac:chgData name="수인 이" userId="a6bf09c0c2b50d42" providerId="LiveId" clId="{929214AC-5129-4C3F-B87C-D728339B2521}" dt="2026-10-06T03:57:03.654" v="1249" actId="478"/>
          <ac:spMkLst>
            <pc:docMk/>
            <pc:sldMk cId="2713446537" sldId="2337"/>
            <ac:spMk id="7" creationId="{E4015512-3649-6C05-4473-493216D2852A}"/>
          </ac:spMkLst>
        </pc:spChg>
        <pc:spChg chg="mod">
          <ac:chgData name="수인 이" userId="a6bf09c0c2b50d42" providerId="LiveId" clId="{929214AC-5129-4C3F-B87C-D728339B2521}" dt="2026-10-06T03:59:47.731" v="1338" actId="1076"/>
          <ac:spMkLst>
            <pc:docMk/>
            <pc:sldMk cId="2713446537" sldId="2337"/>
            <ac:spMk id="8" creationId="{7CA1667C-7354-A1E8-F142-66273CBC4E6A}"/>
          </ac:spMkLst>
        </pc:spChg>
        <pc:spChg chg="mod">
          <ac:chgData name="수인 이" userId="a6bf09c0c2b50d42" providerId="LiveId" clId="{929214AC-5129-4C3F-B87C-D728339B2521}" dt="2026-10-06T03:57:50.960" v="1300" actId="20577"/>
          <ac:spMkLst>
            <pc:docMk/>
            <pc:sldMk cId="2713446537" sldId="2337"/>
            <ac:spMk id="11" creationId="{A2E1F299-0506-D028-D231-7C29CB84048F}"/>
          </ac:spMkLst>
        </pc:spChg>
        <pc:spChg chg="mod">
          <ac:chgData name="수인 이" userId="a6bf09c0c2b50d42" providerId="LiveId" clId="{929214AC-5129-4C3F-B87C-D728339B2521}" dt="2026-10-06T04:57:18.704" v="4090" actId="20577"/>
          <ac:spMkLst>
            <pc:docMk/>
            <pc:sldMk cId="2713446537" sldId="2337"/>
            <ac:spMk id="12" creationId="{569B93D7-D766-9BCD-1F96-1C44FE81B2A6}"/>
          </ac:spMkLst>
        </pc:spChg>
        <pc:spChg chg="add mod">
          <ac:chgData name="수인 이" userId="a6bf09c0c2b50d42" providerId="LiveId" clId="{929214AC-5129-4C3F-B87C-D728339B2521}" dt="2026-10-06T04:55:23.505" v="3968" actId="20577"/>
          <ac:spMkLst>
            <pc:docMk/>
            <pc:sldMk cId="2713446537" sldId="2337"/>
            <ac:spMk id="14" creationId="{3FEE258E-6A4C-14E8-62A3-96FB5F013C15}"/>
          </ac:spMkLst>
        </pc:spChg>
        <pc:spChg chg="add mod">
          <ac:chgData name="수인 이" userId="a6bf09c0c2b50d42" providerId="LiveId" clId="{929214AC-5129-4C3F-B87C-D728339B2521}" dt="2026-10-06T04:55:38.333" v="3972" actId="207"/>
          <ac:spMkLst>
            <pc:docMk/>
            <pc:sldMk cId="2713446537" sldId="2337"/>
            <ac:spMk id="17" creationId="{E95D7F0B-9B3B-F183-A404-F04CBD0EBF80}"/>
          </ac:spMkLst>
        </pc:spChg>
        <pc:picChg chg="add del mod">
          <ac:chgData name="수인 이" userId="a6bf09c0c2b50d42" providerId="LiveId" clId="{929214AC-5129-4C3F-B87C-D728339B2521}" dt="2026-10-06T03:58:07.078" v="1308" actId="478"/>
          <ac:picMkLst>
            <pc:docMk/>
            <pc:sldMk cId="2713446537" sldId="2337"/>
            <ac:picMk id="3" creationId="{D88A62C3-7441-8287-AE47-ED242E9FEFAB}"/>
          </ac:picMkLst>
        </pc:picChg>
        <pc:picChg chg="del">
          <ac:chgData name="수인 이" userId="a6bf09c0c2b50d42" providerId="LiveId" clId="{929214AC-5129-4C3F-B87C-D728339B2521}" dt="2026-10-06T03:57:02.727" v="1247" actId="478"/>
          <ac:picMkLst>
            <pc:docMk/>
            <pc:sldMk cId="2713446537" sldId="2337"/>
            <ac:picMk id="4" creationId="{E1720B7B-5D5C-5126-818F-C03509404DEF}"/>
          </ac:picMkLst>
        </pc:picChg>
        <pc:picChg chg="add mod">
          <ac:chgData name="수인 이" userId="a6bf09c0c2b50d42" providerId="LiveId" clId="{929214AC-5129-4C3F-B87C-D728339B2521}" dt="2026-10-06T04:55:28.012" v="3969" actId="1076"/>
          <ac:picMkLst>
            <pc:docMk/>
            <pc:sldMk cId="2713446537" sldId="2337"/>
            <ac:picMk id="6" creationId="{9A8B0FB8-5825-D9F0-5F00-2A4A75D7B95D}"/>
          </ac:picMkLst>
        </pc:picChg>
        <pc:picChg chg="del">
          <ac:chgData name="수인 이" userId="a6bf09c0c2b50d42" providerId="LiveId" clId="{929214AC-5129-4C3F-B87C-D728339B2521}" dt="2026-10-06T03:57:02.932" v="1248" actId="478"/>
          <ac:picMkLst>
            <pc:docMk/>
            <pc:sldMk cId="2713446537" sldId="2337"/>
            <ac:picMk id="10" creationId="{0566BFEB-5C82-0132-F830-A270B7D2B466}"/>
          </ac:picMkLst>
        </pc:picChg>
        <pc:picChg chg="add del mod">
          <ac:chgData name="수인 이" userId="a6bf09c0c2b50d42" providerId="LiveId" clId="{929214AC-5129-4C3F-B87C-D728339B2521}" dt="2026-10-06T04:26:52.300" v="2711" actId="478"/>
          <ac:picMkLst>
            <pc:docMk/>
            <pc:sldMk cId="2713446537" sldId="2337"/>
            <ac:picMk id="13" creationId="{B4CB575F-1FF7-A456-33D7-D940B74AD28D}"/>
          </ac:picMkLst>
        </pc:picChg>
        <pc:picChg chg="add mod">
          <ac:chgData name="수인 이" userId="a6bf09c0c2b50d42" providerId="LiveId" clId="{929214AC-5129-4C3F-B87C-D728339B2521}" dt="2026-10-06T04:54:50.455" v="3798" actId="14100"/>
          <ac:picMkLst>
            <pc:docMk/>
            <pc:sldMk cId="2713446537" sldId="2337"/>
            <ac:picMk id="16" creationId="{39BE5FBF-B80E-E3E4-96EC-6CB27BA5BF69}"/>
          </ac:picMkLst>
        </pc:picChg>
      </pc:sldChg>
      <pc:sldChg chg="del">
        <pc:chgData name="수인 이" userId="a6bf09c0c2b50d42" providerId="LiveId" clId="{929214AC-5129-4C3F-B87C-D728339B2521}" dt="2026-10-06T03:52:25.151" v="682" actId="47"/>
        <pc:sldMkLst>
          <pc:docMk/>
          <pc:sldMk cId="502199488" sldId="2338"/>
        </pc:sldMkLst>
      </pc:sldChg>
      <pc:sldChg chg="addSp delSp modSp add mod">
        <pc:chgData name="수인 이" userId="a6bf09c0c2b50d42" providerId="LiveId" clId="{929214AC-5129-4C3F-B87C-D728339B2521}" dt="2026-10-06T04:08:17.275" v="1840"/>
        <pc:sldMkLst>
          <pc:docMk/>
          <pc:sldMk cId="1663200425" sldId="2338"/>
        </pc:sldMkLst>
        <pc:spChg chg="del">
          <ac:chgData name="수인 이" userId="a6bf09c0c2b50d42" providerId="LiveId" clId="{929214AC-5129-4C3F-B87C-D728339B2521}" dt="2026-10-06T04:01:34.965" v="1377" actId="478"/>
          <ac:spMkLst>
            <pc:docMk/>
            <pc:sldMk cId="1663200425" sldId="2338"/>
            <ac:spMk id="7" creationId="{E4015512-3649-6C05-4473-493216D2852A}"/>
          </ac:spMkLst>
        </pc:spChg>
        <pc:spChg chg="mod">
          <ac:chgData name="수인 이" userId="a6bf09c0c2b50d42" providerId="LiveId" clId="{929214AC-5129-4C3F-B87C-D728339B2521}" dt="2026-10-06T04:06:15.449" v="1714" actId="1076"/>
          <ac:spMkLst>
            <pc:docMk/>
            <pc:sldMk cId="1663200425" sldId="2338"/>
            <ac:spMk id="8" creationId="{7CA1667C-7354-A1E8-F142-66273CBC4E6A}"/>
          </ac:spMkLst>
        </pc:spChg>
        <pc:spChg chg="mod">
          <ac:chgData name="수인 이" userId="a6bf09c0c2b50d42" providerId="LiveId" clId="{929214AC-5129-4C3F-B87C-D728339B2521}" dt="2026-10-06T04:08:17.275" v="1840"/>
          <ac:spMkLst>
            <pc:docMk/>
            <pc:sldMk cId="1663200425" sldId="2338"/>
            <ac:spMk id="11" creationId="{A2E1F299-0506-D028-D231-7C29CB84048F}"/>
          </ac:spMkLst>
        </pc:spChg>
        <pc:spChg chg="mod">
          <ac:chgData name="수인 이" userId="a6bf09c0c2b50d42" providerId="LiveId" clId="{929214AC-5129-4C3F-B87C-D728339B2521}" dt="2026-10-06T04:07:25.778" v="1821" actId="207"/>
          <ac:spMkLst>
            <pc:docMk/>
            <pc:sldMk cId="1663200425" sldId="2338"/>
            <ac:spMk id="12" creationId="{569B93D7-D766-9BCD-1F96-1C44FE81B2A6}"/>
          </ac:spMkLst>
        </pc:spChg>
        <pc:spChg chg="add mod">
          <ac:chgData name="수인 이" userId="a6bf09c0c2b50d42" providerId="LiveId" clId="{929214AC-5129-4C3F-B87C-D728339B2521}" dt="2026-10-06T04:07:20.963" v="1820" actId="1076"/>
          <ac:spMkLst>
            <pc:docMk/>
            <pc:sldMk cId="1663200425" sldId="2338"/>
            <ac:spMk id="18" creationId="{57463283-35B4-374E-9F09-06283A20E2D6}"/>
          </ac:spMkLst>
        </pc:spChg>
        <pc:picChg chg="add mod">
          <ac:chgData name="수인 이" userId="a6bf09c0c2b50d42" providerId="LiveId" clId="{929214AC-5129-4C3F-B87C-D728339B2521}" dt="2026-10-06T04:06:12.701" v="1713" actId="1076"/>
          <ac:picMkLst>
            <pc:docMk/>
            <pc:sldMk cId="1663200425" sldId="2338"/>
            <ac:picMk id="3" creationId="{64E60C8B-2F62-3748-CAC7-54C74EF97A60}"/>
          </ac:picMkLst>
        </pc:picChg>
        <pc:picChg chg="del">
          <ac:chgData name="수인 이" userId="a6bf09c0c2b50d42" providerId="LiveId" clId="{929214AC-5129-4C3F-B87C-D728339B2521}" dt="2026-10-06T04:01:24.569" v="1367" actId="478"/>
          <ac:picMkLst>
            <pc:docMk/>
            <pc:sldMk cId="1663200425" sldId="2338"/>
            <ac:picMk id="4" creationId="{E1720B7B-5D5C-5126-818F-C03509404DEF}"/>
          </ac:picMkLst>
        </pc:picChg>
        <pc:picChg chg="del">
          <ac:chgData name="수인 이" userId="a6bf09c0c2b50d42" providerId="LiveId" clId="{929214AC-5129-4C3F-B87C-D728339B2521}" dt="2026-10-06T04:01:26.246" v="1368" actId="478"/>
          <ac:picMkLst>
            <pc:docMk/>
            <pc:sldMk cId="1663200425" sldId="2338"/>
            <ac:picMk id="10" creationId="{0566BFEB-5C82-0132-F830-A270B7D2B466}"/>
          </ac:picMkLst>
        </pc:picChg>
        <pc:picChg chg="add mod">
          <ac:chgData name="수인 이" userId="a6bf09c0c2b50d42" providerId="LiveId" clId="{929214AC-5129-4C3F-B87C-D728339B2521}" dt="2026-10-06T04:06:17.291" v="1715" actId="1076"/>
          <ac:picMkLst>
            <pc:docMk/>
            <pc:sldMk cId="1663200425" sldId="2338"/>
            <ac:picMk id="14" creationId="{EEC5564A-C19D-9637-DA5E-7A078E62B357}"/>
          </ac:picMkLst>
        </pc:picChg>
        <pc:picChg chg="add mod ord">
          <ac:chgData name="수인 이" userId="a6bf09c0c2b50d42" providerId="LiveId" clId="{929214AC-5129-4C3F-B87C-D728339B2521}" dt="2026-10-06T04:06:29.225" v="1724" actId="14100"/>
          <ac:picMkLst>
            <pc:docMk/>
            <pc:sldMk cId="1663200425" sldId="2338"/>
            <ac:picMk id="21" creationId="{33DF57F2-1593-42AD-AF6C-67CC599C1F6C}"/>
          </ac:picMkLst>
        </pc:picChg>
        <pc:cxnChg chg="add mod ord">
          <ac:chgData name="수인 이" userId="a6bf09c0c2b50d42" providerId="LiveId" clId="{929214AC-5129-4C3F-B87C-D728339B2521}" dt="2026-10-06T04:06:19.219" v="1716" actId="14100"/>
          <ac:cxnSpMkLst>
            <pc:docMk/>
            <pc:sldMk cId="1663200425" sldId="2338"/>
            <ac:cxnSpMk id="6" creationId="{D410D1E8-37E0-3553-C7B6-CD1890404D76}"/>
          </ac:cxnSpMkLst>
        </pc:cxnChg>
      </pc:sldChg>
      <pc:sldChg chg="del">
        <pc:chgData name="수인 이" userId="a6bf09c0c2b50d42" providerId="LiveId" clId="{929214AC-5129-4C3F-B87C-D728339B2521}" dt="2026-10-06T03:52:25.732" v="685" actId="47"/>
        <pc:sldMkLst>
          <pc:docMk/>
          <pc:sldMk cId="2412063335" sldId="2339"/>
        </pc:sldMkLst>
      </pc:sldChg>
      <pc:sldChg chg="addSp delSp modSp add mod">
        <pc:chgData name="수인 이" userId="a6bf09c0c2b50d42" providerId="LiveId" clId="{929214AC-5129-4C3F-B87C-D728339B2521}" dt="2026-10-06T04:19:14.025" v="2479" actId="207"/>
        <pc:sldMkLst>
          <pc:docMk/>
          <pc:sldMk cId="4153019686" sldId="2339"/>
        </pc:sldMkLst>
        <pc:spChg chg="add mod">
          <ac:chgData name="수인 이" userId="a6bf09c0c2b50d42" providerId="LiveId" clId="{929214AC-5129-4C3F-B87C-D728339B2521}" dt="2026-10-06T04:12:04.682" v="2019" actId="1076"/>
          <ac:spMkLst>
            <pc:docMk/>
            <pc:sldMk cId="4153019686" sldId="2339"/>
            <ac:spMk id="4" creationId="{0E5FAC70-2832-97B7-AD93-712AE4F66DF1}"/>
          </ac:spMkLst>
        </pc:spChg>
        <pc:spChg chg="add">
          <ac:chgData name="수인 이" userId="a6bf09c0c2b50d42" providerId="LiveId" clId="{929214AC-5129-4C3F-B87C-D728339B2521}" dt="2026-10-06T04:12:42.898" v="2073"/>
          <ac:spMkLst>
            <pc:docMk/>
            <pc:sldMk cId="4153019686" sldId="2339"/>
            <ac:spMk id="5" creationId="{B065A5E4-C30F-1BEB-B692-44D1359678AE}"/>
          </ac:spMkLst>
        </pc:spChg>
        <pc:spChg chg="del">
          <ac:chgData name="수인 이" userId="a6bf09c0c2b50d42" providerId="LiveId" clId="{929214AC-5129-4C3F-B87C-D728339B2521}" dt="2026-10-06T04:11:45.558" v="2012" actId="478"/>
          <ac:spMkLst>
            <pc:docMk/>
            <pc:sldMk cId="4153019686" sldId="2339"/>
            <ac:spMk id="8" creationId="{7CA1667C-7354-A1E8-F142-66273CBC4E6A}"/>
          </ac:spMkLst>
        </pc:spChg>
        <pc:spChg chg="mod">
          <ac:chgData name="수인 이" userId="a6bf09c0c2b50d42" providerId="LiveId" clId="{929214AC-5129-4C3F-B87C-D728339B2521}" dt="2026-10-06T04:13:40.950" v="2256" actId="313"/>
          <ac:spMkLst>
            <pc:docMk/>
            <pc:sldMk cId="4153019686" sldId="2339"/>
            <ac:spMk id="11" creationId="{A2E1F299-0506-D028-D231-7C29CB84048F}"/>
          </ac:spMkLst>
        </pc:spChg>
        <pc:spChg chg="mod">
          <ac:chgData name="수인 이" userId="a6bf09c0c2b50d42" providerId="LiveId" clId="{929214AC-5129-4C3F-B87C-D728339B2521}" dt="2026-10-06T04:19:14.025" v="2479" actId="207"/>
          <ac:spMkLst>
            <pc:docMk/>
            <pc:sldMk cId="4153019686" sldId="2339"/>
            <ac:spMk id="12" creationId="{569B93D7-D766-9BCD-1F96-1C44FE81B2A6}"/>
          </ac:spMkLst>
        </pc:spChg>
        <pc:spChg chg="del">
          <ac:chgData name="수인 이" userId="a6bf09c0c2b50d42" providerId="LiveId" clId="{929214AC-5129-4C3F-B87C-D728339B2521}" dt="2026-10-06T04:11:44.662" v="2011" actId="478"/>
          <ac:spMkLst>
            <pc:docMk/>
            <pc:sldMk cId="4153019686" sldId="2339"/>
            <ac:spMk id="18" creationId="{57463283-35B4-374E-9F09-06283A20E2D6}"/>
          </ac:spMkLst>
        </pc:spChg>
        <pc:picChg chg="add mod">
          <ac:chgData name="수인 이" userId="a6bf09c0c2b50d42" providerId="LiveId" clId="{929214AC-5129-4C3F-B87C-D728339B2521}" dt="2026-10-06T04:11:57.029" v="2017" actId="1076"/>
          <ac:picMkLst>
            <pc:docMk/>
            <pc:sldMk cId="4153019686" sldId="2339"/>
            <ac:picMk id="2" creationId="{61EB56AE-1706-7333-0DCF-9E3B8AAFA21F}"/>
          </ac:picMkLst>
        </pc:picChg>
        <pc:picChg chg="del">
          <ac:chgData name="수인 이" userId="a6bf09c0c2b50d42" providerId="LiveId" clId="{929214AC-5129-4C3F-B87C-D728339B2521}" dt="2026-10-06T04:11:43.618" v="2010" actId="478"/>
          <ac:picMkLst>
            <pc:docMk/>
            <pc:sldMk cId="4153019686" sldId="2339"/>
            <ac:picMk id="3" creationId="{64E60C8B-2F62-3748-CAC7-54C74EF97A60}"/>
          </ac:picMkLst>
        </pc:picChg>
        <pc:picChg chg="del">
          <ac:chgData name="수인 이" userId="a6bf09c0c2b50d42" providerId="LiveId" clId="{929214AC-5129-4C3F-B87C-D728339B2521}" dt="2026-10-06T04:11:43.304" v="2009" actId="478"/>
          <ac:picMkLst>
            <pc:docMk/>
            <pc:sldMk cId="4153019686" sldId="2339"/>
            <ac:picMk id="14" creationId="{EEC5564A-C19D-9637-DA5E-7A078E62B357}"/>
          </ac:picMkLst>
        </pc:picChg>
        <pc:picChg chg="del">
          <ac:chgData name="수인 이" userId="a6bf09c0c2b50d42" providerId="LiveId" clId="{929214AC-5129-4C3F-B87C-D728339B2521}" dt="2026-10-06T04:11:43.044" v="2008" actId="478"/>
          <ac:picMkLst>
            <pc:docMk/>
            <pc:sldMk cId="4153019686" sldId="2339"/>
            <ac:picMk id="21" creationId="{33DF57F2-1593-42AD-AF6C-67CC599C1F6C}"/>
          </ac:picMkLst>
        </pc:picChg>
        <pc:cxnChg chg="del">
          <ac:chgData name="수인 이" userId="a6bf09c0c2b50d42" providerId="LiveId" clId="{929214AC-5129-4C3F-B87C-D728339B2521}" dt="2026-10-06T04:11:42.758" v="2007" actId="478"/>
          <ac:cxnSpMkLst>
            <pc:docMk/>
            <pc:sldMk cId="4153019686" sldId="2339"/>
            <ac:cxnSpMk id="6" creationId="{D410D1E8-37E0-3553-C7B6-CD1890404D76}"/>
          </ac:cxnSpMkLst>
        </pc:cxnChg>
      </pc:sldChg>
      <pc:sldChg chg="addSp delSp modSp add mod">
        <pc:chgData name="수인 이" userId="a6bf09c0c2b50d42" providerId="LiveId" clId="{929214AC-5129-4C3F-B87C-D728339B2521}" dt="2026-10-06T04:18:57.335" v="2465" actId="20577"/>
        <pc:sldMkLst>
          <pc:docMk/>
          <pc:sldMk cId="324957463" sldId="2340"/>
        </pc:sldMkLst>
        <pc:spChg chg="mod">
          <ac:chgData name="수인 이" userId="a6bf09c0c2b50d42" providerId="LiveId" clId="{929214AC-5129-4C3F-B87C-D728339B2521}" dt="2026-10-06T04:18:20.379" v="2423" actId="1076"/>
          <ac:spMkLst>
            <pc:docMk/>
            <pc:sldMk cId="324957463" sldId="2340"/>
            <ac:spMk id="4" creationId="{0E5FAC70-2832-97B7-AD93-712AE4F66DF1}"/>
          </ac:spMkLst>
        </pc:spChg>
        <pc:spChg chg="add mod">
          <ac:chgData name="수인 이" userId="a6bf09c0c2b50d42" providerId="LiveId" clId="{929214AC-5129-4C3F-B87C-D728339B2521}" dt="2026-10-06T04:18:48.331" v="2430" actId="14100"/>
          <ac:spMkLst>
            <pc:docMk/>
            <pc:sldMk cId="324957463" sldId="2340"/>
            <ac:spMk id="8" creationId="{5EF4F64F-DB9A-20A4-D365-18C8E1476ECC}"/>
          </ac:spMkLst>
        </pc:spChg>
        <pc:spChg chg="mod">
          <ac:chgData name="수인 이" userId="a6bf09c0c2b50d42" providerId="LiveId" clId="{929214AC-5129-4C3F-B87C-D728339B2521}" dt="2026-10-06T04:18:57.335" v="2465" actId="20577"/>
          <ac:spMkLst>
            <pc:docMk/>
            <pc:sldMk cId="324957463" sldId="2340"/>
            <ac:spMk id="11" creationId="{A2E1F299-0506-D028-D231-7C29CB84048F}"/>
          </ac:spMkLst>
        </pc:spChg>
        <pc:spChg chg="mod">
          <ac:chgData name="수인 이" userId="a6bf09c0c2b50d42" providerId="LiveId" clId="{929214AC-5129-4C3F-B87C-D728339B2521}" dt="2026-10-06T04:17:00.198" v="2390" actId="207"/>
          <ac:spMkLst>
            <pc:docMk/>
            <pc:sldMk cId="324957463" sldId="2340"/>
            <ac:spMk id="12" creationId="{569B93D7-D766-9BCD-1F96-1C44FE81B2A6}"/>
          </ac:spMkLst>
        </pc:spChg>
        <pc:picChg chg="del">
          <ac:chgData name="수인 이" userId="a6bf09c0c2b50d42" providerId="LiveId" clId="{929214AC-5129-4C3F-B87C-D728339B2521}" dt="2026-10-06T04:14:26.766" v="2350" actId="478"/>
          <ac:picMkLst>
            <pc:docMk/>
            <pc:sldMk cId="324957463" sldId="2340"/>
            <ac:picMk id="2" creationId="{61EB56AE-1706-7333-0DCF-9E3B8AAFA21F}"/>
          </ac:picMkLst>
        </pc:picChg>
        <pc:picChg chg="add mod">
          <ac:chgData name="수인 이" userId="a6bf09c0c2b50d42" providerId="LiveId" clId="{929214AC-5129-4C3F-B87C-D728339B2521}" dt="2026-10-06T04:18:09.787" v="2418" actId="1076"/>
          <ac:picMkLst>
            <pc:docMk/>
            <pc:sldMk cId="324957463" sldId="2340"/>
            <ac:picMk id="5" creationId="{D82820A2-368C-C8C1-BD28-69FB1C83B12B}"/>
          </ac:picMkLst>
        </pc:picChg>
        <pc:picChg chg="add mod">
          <ac:chgData name="수인 이" userId="a6bf09c0c2b50d42" providerId="LiveId" clId="{929214AC-5129-4C3F-B87C-D728339B2521}" dt="2026-10-06T04:18:12.224" v="2420" actId="1076"/>
          <ac:picMkLst>
            <pc:docMk/>
            <pc:sldMk cId="324957463" sldId="2340"/>
            <ac:picMk id="7" creationId="{459FB0AE-8C78-7073-1F6D-EEB62EB2520A}"/>
          </ac:picMkLst>
        </pc:picChg>
      </pc:sldChg>
      <pc:sldChg chg="del">
        <pc:chgData name="수인 이" userId="a6bf09c0c2b50d42" providerId="LiveId" clId="{929214AC-5129-4C3F-B87C-D728339B2521}" dt="2026-10-06T03:52:25.882" v="686" actId="47"/>
        <pc:sldMkLst>
          <pc:docMk/>
          <pc:sldMk cId="1730188704" sldId="2340"/>
        </pc:sldMkLst>
      </pc:sldChg>
      <pc:sldChg chg="addSp delSp modSp add mod">
        <pc:chgData name="수인 이" userId="a6bf09c0c2b50d42" providerId="LiveId" clId="{929214AC-5129-4C3F-B87C-D728339B2521}" dt="2026-10-06T04:53:17.818" v="3786" actId="207"/>
        <pc:sldMkLst>
          <pc:docMk/>
          <pc:sldMk cId="955340130" sldId="2341"/>
        </pc:sldMkLst>
        <pc:spChg chg="del">
          <ac:chgData name="수인 이" userId="a6bf09c0c2b50d42" providerId="LiveId" clId="{929214AC-5129-4C3F-B87C-D728339B2521}" dt="2026-10-06T04:20:35.417" v="2527" actId="478"/>
          <ac:spMkLst>
            <pc:docMk/>
            <pc:sldMk cId="955340130" sldId="2341"/>
            <ac:spMk id="4" creationId="{0E5FAC70-2832-97B7-AD93-712AE4F66DF1}"/>
          </ac:spMkLst>
        </pc:spChg>
        <pc:spChg chg="add mod">
          <ac:chgData name="수인 이" userId="a6bf09c0c2b50d42" providerId="LiveId" clId="{929214AC-5129-4C3F-B87C-D728339B2521}" dt="2026-10-06T04:51:04.283" v="3666" actId="1076"/>
          <ac:spMkLst>
            <pc:docMk/>
            <pc:sldMk cId="955340130" sldId="2341"/>
            <ac:spMk id="6" creationId="{21C3D8CF-1D3E-9CEA-4514-B109AE9BF62C}"/>
          </ac:spMkLst>
        </pc:spChg>
        <pc:spChg chg="del">
          <ac:chgData name="수인 이" userId="a6bf09c0c2b50d42" providerId="LiveId" clId="{929214AC-5129-4C3F-B87C-D728339B2521}" dt="2026-10-06T04:20:35.417" v="2527" actId="478"/>
          <ac:spMkLst>
            <pc:docMk/>
            <pc:sldMk cId="955340130" sldId="2341"/>
            <ac:spMk id="8" creationId="{5EF4F64F-DB9A-20A4-D365-18C8E1476ECC}"/>
          </ac:spMkLst>
        </pc:spChg>
        <pc:spChg chg="add mod">
          <ac:chgData name="수인 이" userId="a6bf09c0c2b50d42" providerId="LiveId" clId="{929214AC-5129-4C3F-B87C-D728339B2521}" dt="2026-10-06T04:51:06.857" v="3667" actId="1076"/>
          <ac:spMkLst>
            <pc:docMk/>
            <pc:sldMk cId="955340130" sldId="2341"/>
            <ac:spMk id="10" creationId="{7E08DA5F-CC3F-F9B8-1F96-45E0BCB63A79}"/>
          </ac:spMkLst>
        </pc:spChg>
        <pc:spChg chg="mod">
          <ac:chgData name="수인 이" userId="a6bf09c0c2b50d42" providerId="LiveId" clId="{929214AC-5129-4C3F-B87C-D728339B2521}" dt="2026-10-06T04:21:30.150" v="2617" actId="20577"/>
          <ac:spMkLst>
            <pc:docMk/>
            <pc:sldMk cId="955340130" sldId="2341"/>
            <ac:spMk id="11" creationId="{A2E1F299-0506-D028-D231-7C29CB84048F}"/>
          </ac:spMkLst>
        </pc:spChg>
        <pc:spChg chg="mod">
          <ac:chgData name="수인 이" userId="a6bf09c0c2b50d42" providerId="LiveId" clId="{929214AC-5129-4C3F-B87C-D728339B2521}" dt="2026-10-06T04:28:41.753" v="2717" actId="20577"/>
          <ac:spMkLst>
            <pc:docMk/>
            <pc:sldMk cId="955340130" sldId="2341"/>
            <ac:spMk id="12" creationId="{569B93D7-D766-9BCD-1F96-1C44FE81B2A6}"/>
          </ac:spMkLst>
        </pc:spChg>
        <pc:spChg chg="add mod">
          <ac:chgData name="수인 이" userId="a6bf09c0c2b50d42" providerId="LiveId" clId="{929214AC-5129-4C3F-B87C-D728339B2521}" dt="2026-10-06T04:53:17.818" v="3786" actId="207"/>
          <ac:spMkLst>
            <pc:docMk/>
            <pc:sldMk cId="955340130" sldId="2341"/>
            <ac:spMk id="13" creationId="{68DB2779-FE32-9D80-86FC-502F0DD0421C}"/>
          </ac:spMkLst>
        </pc:spChg>
        <pc:picChg chg="add mod">
          <ac:chgData name="수인 이" userId="a6bf09c0c2b50d42" providerId="LiveId" clId="{929214AC-5129-4C3F-B87C-D728339B2521}" dt="2026-10-06T04:51:04.283" v="3666" actId="1076"/>
          <ac:picMkLst>
            <pc:docMk/>
            <pc:sldMk cId="955340130" sldId="2341"/>
            <ac:picMk id="3" creationId="{30D7C555-90F4-3BEE-ADAD-4B2C2BCB002D}"/>
          </ac:picMkLst>
        </pc:picChg>
        <pc:picChg chg="del">
          <ac:chgData name="수인 이" userId="a6bf09c0c2b50d42" providerId="LiveId" clId="{929214AC-5129-4C3F-B87C-D728339B2521}" dt="2026-10-06T04:20:35.794" v="2528" actId="478"/>
          <ac:picMkLst>
            <pc:docMk/>
            <pc:sldMk cId="955340130" sldId="2341"/>
            <ac:picMk id="5" creationId="{D82820A2-368C-C8C1-BD28-69FB1C83B12B}"/>
          </ac:picMkLst>
        </pc:picChg>
        <pc:picChg chg="del">
          <ac:chgData name="수인 이" userId="a6bf09c0c2b50d42" providerId="LiveId" clId="{929214AC-5129-4C3F-B87C-D728339B2521}" dt="2026-10-06T04:20:35.417" v="2527" actId="478"/>
          <ac:picMkLst>
            <pc:docMk/>
            <pc:sldMk cId="955340130" sldId="2341"/>
            <ac:picMk id="7" creationId="{459FB0AE-8C78-7073-1F6D-EEB62EB2520A}"/>
          </ac:picMkLst>
        </pc:picChg>
      </pc:sldChg>
      <pc:sldChg chg="del">
        <pc:chgData name="수인 이" userId="a6bf09c0c2b50d42" providerId="LiveId" clId="{929214AC-5129-4C3F-B87C-D728339B2521}" dt="2026-10-06T03:52:26.189" v="688" actId="47"/>
        <pc:sldMkLst>
          <pc:docMk/>
          <pc:sldMk cId="3371522250" sldId="2341"/>
        </pc:sldMkLst>
      </pc:sldChg>
      <pc:sldChg chg="addSp delSp modSp add mod">
        <pc:chgData name="수인 이" userId="a6bf09c0c2b50d42" providerId="LiveId" clId="{929214AC-5129-4C3F-B87C-D728339B2521}" dt="2026-10-06T04:53:37.665" v="3790" actId="1076"/>
        <pc:sldMkLst>
          <pc:docMk/>
          <pc:sldMk cId="3554846870" sldId="2342"/>
        </pc:sldMkLst>
        <pc:spChg chg="add mod">
          <ac:chgData name="수인 이" userId="a6bf09c0c2b50d42" providerId="LiveId" clId="{929214AC-5129-4C3F-B87C-D728339B2521}" dt="2026-10-06T04:43:13.083" v="3597" actId="1076"/>
          <ac:spMkLst>
            <pc:docMk/>
            <pc:sldMk cId="3554846870" sldId="2342"/>
            <ac:spMk id="6" creationId="{E47C75BB-09DE-ECD0-B473-38342FD5868E}"/>
          </ac:spMkLst>
        </pc:spChg>
        <pc:spChg chg="add mod">
          <ac:chgData name="수인 이" userId="a6bf09c0c2b50d42" providerId="LiveId" clId="{929214AC-5129-4C3F-B87C-D728339B2521}" dt="2026-10-06T04:42:31.600" v="3578" actId="14100"/>
          <ac:spMkLst>
            <pc:docMk/>
            <pc:sldMk cId="3554846870" sldId="2342"/>
            <ac:spMk id="7" creationId="{3CA7E3E4-8AA5-0A06-A2D3-814B5BDCC8D9}"/>
          </ac:spMkLst>
        </pc:spChg>
        <pc:spChg chg="add del mod">
          <ac:chgData name="수인 이" userId="a6bf09c0c2b50d42" providerId="LiveId" clId="{929214AC-5129-4C3F-B87C-D728339B2521}" dt="2026-10-06T04:40:50.874" v="3570" actId="478"/>
          <ac:spMkLst>
            <pc:docMk/>
            <pc:sldMk cId="3554846870" sldId="2342"/>
            <ac:spMk id="8" creationId="{8D31BF86-9398-F2ED-D7A5-84ECDFC4E748}"/>
          </ac:spMkLst>
        </pc:spChg>
        <pc:spChg chg="add del mod">
          <ac:chgData name="수인 이" userId="a6bf09c0c2b50d42" providerId="LiveId" clId="{929214AC-5129-4C3F-B87C-D728339B2521}" dt="2026-10-06T04:32:18.089" v="2801" actId="478"/>
          <ac:spMkLst>
            <pc:docMk/>
            <pc:sldMk cId="3554846870" sldId="2342"/>
            <ac:spMk id="9" creationId="{259D4E21-C4B4-00ED-C7B7-01EF4CE54359}"/>
          </ac:spMkLst>
        </pc:spChg>
        <pc:spChg chg="add del mod">
          <ac:chgData name="수인 이" userId="a6bf09c0c2b50d42" providerId="LiveId" clId="{929214AC-5129-4C3F-B87C-D728339B2521}" dt="2026-10-06T04:32:18.412" v="2802" actId="478"/>
          <ac:spMkLst>
            <pc:docMk/>
            <pc:sldMk cId="3554846870" sldId="2342"/>
            <ac:spMk id="10" creationId="{32362B3D-BBED-012F-A80D-AE473B997E71}"/>
          </ac:spMkLst>
        </pc:spChg>
        <pc:spChg chg="mod">
          <ac:chgData name="수인 이" userId="a6bf09c0c2b50d42" providerId="LiveId" clId="{929214AC-5129-4C3F-B87C-D728339B2521}" dt="2026-10-06T04:24:47.839" v="2699" actId="20577"/>
          <ac:spMkLst>
            <pc:docMk/>
            <pc:sldMk cId="3554846870" sldId="2342"/>
            <ac:spMk id="11" creationId="{A2E1F299-0506-D028-D231-7C29CB84048F}"/>
          </ac:spMkLst>
        </pc:spChg>
        <pc:spChg chg="del">
          <ac:chgData name="수인 이" userId="a6bf09c0c2b50d42" providerId="LiveId" clId="{929214AC-5129-4C3F-B87C-D728339B2521}" dt="2026-10-06T04:24:15.156" v="2681" actId="478"/>
          <ac:spMkLst>
            <pc:docMk/>
            <pc:sldMk cId="3554846870" sldId="2342"/>
            <ac:spMk id="12" creationId="{569B93D7-D766-9BCD-1F96-1C44FE81B2A6}"/>
          </ac:spMkLst>
        </pc:spChg>
        <pc:spChg chg="add del mod">
          <ac:chgData name="수인 이" userId="a6bf09c0c2b50d42" providerId="LiveId" clId="{929214AC-5129-4C3F-B87C-D728339B2521}" dt="2026-10-06T04:32:19.315" v="2804" actId="478"/>
          <ac:spMkLst>
            <pc:docMk/>
            <pc:sldMk cId="3554846870" sldId="2342"/>
            <ac:spMk id="13" creationId="{944D08B6-007F-911B-2EF5-6A3C88165820}"/>
          </ac:spMkLst>
        </pc:spChg>
        <pc:spChg chg="add del mod">
          <ac:chgData name="수인 이" userId="a6bf09c0c2b50d42" providerId="LiveId" clId="{929214AC-5129-4C3F-B87C-D728339B2521}" dt="2026-10-06T04:32:18.827" v="2803" actId="478"/>
          <ac:spMkLst>
            <pc:docMk/>
            <pc:sldMk cId="3554846870" sldId="2342"/>
            <ac:spMk id="14" creationId="{73F31DC6-4386-3126-6E69-D098A7A1F834}"/>
          </ac:spMkLst>
        </pc:spChg>
        <pc:spChg chg="add del mod">
          <ac:chgData name="수인 이" userId="a6bf09c0c2b50d42" providerId="LiveId" clId="{929214AC-5129-4C3F-B87C-D728339B2521}" dt="2026-10-06T04:32:20.137" v="2806" actId="478"/>
          <ac:spMkLst>
            <pc:docMk/>
            <pc:sldMk cId="3554846870" sldId="2342"/>
            <ac:spMk id="15" creationId="{E68EB0B5-9577-3FAA-73F7-32C6734826E9}"/>
          </ac:spMkLst>
        </pc:spChg>
        <pc:spChg chg="add mod">
          <ac:chgData name="수인 이" userId="a6bf09c0c2b50d42" providerId="LiveId" clId="{929214AC-5129-4C3F-B87C-D728339B2521}" dt="2026-10-06T04:32:09.550" v="2797"/>
          <ac:spMkLst>
            <pc:docMk/>
            <pc:sldMk cId="3554846870" sldId="2342"/>
            <ac:spMk id="16" creationId="{5E2379D0-6FDC-7460-41C6-3FE2DE1CC14B}"/>
          </ac:spMkLst>
        </pc:spChg>
        <pc:spChg chg="add del mod">
          <ac:chgData name="수인 이" userId="a6bf09c0c2b50d42" providerId="LiveId" clId="{929214AC-5129-4C3F-B87C-D728339B2521}" dt="2026-10-06T04:40:49.863" v="3569" actId="478"/>
          <ac:spMkLst>
            <pc:docMk/>
            <pc:sldMk cId="3554846870" sldId="2342"/>
            <ac:spMk id="17" creationId="{95EEBAB6-0D94-18FB-54CB-794AD5A178B2}"/>
          </ac:spMkLst>
        </pc:spChg>
        <pc:spChg chg="add del mod">
          <ac:chgData name="수인 이" userId="a6bf09c0c2b50d42" providerId="LiveId" clId="{929214AC-5129-4C3F-B87C-D728339B2521}" dt="2026-10-06T04:40:48.540" v="3568" actId="478"/>
          <ac:spMkLst>
            <pc:docMk/>
            <pc:sldMk cId="3554846870" sldId="2342"/>
            <ac:spMk id="18" creationId="{FA2FEC52-5400-034F-656F-77617311922A}"/>
          </ac:spMkLst>
        </pc:spChg>
        <pc:spChg chg="add del mod">
          <ac:chgData name="수인 이" userId="a6bf09c0c2b50d42" providerId="LiveId" clId="{929214AC-5129-4C3F-B87C-D728339B2521}" dt="2026-10-06T04:40:45.817" v="3565" actId="478"/>
          <ac:spMkLst>
            <pc:docMk/>
            <pc:sldMk cId="3554846870" sldId="2342"/>
            <ac:spMk id="19" creationId="{85F4FE06-0A96-F732-0832-866645CDC1BE}"/>
          </ac:spMkLst>
        </pc:spChg>
        <pc:spChg chg="add del mod">
          <ac:chgData name="수인 이" userId="a6bf09c0c2b50d42" providerId="LiveId" clId="{929214AC-5129-4C3F-B87C-D728339B2521}" dt="2026-10-06T04:40:46.522" v="3566" actId="478"/>
          <ac:spMkLst>
            <pc:docMk/>
            <pc:sldMk cId="3554846870" sldId="2342"/>
            <ac:spMk id="20" creationId="{5C286CB8-2AE2-9998-F72A-004444672FC5}"/>
          </ac:spMkLst>
        </pc:spChg>
        <pc:spChg chg="add del mod">
          <ac:chgData name="수인 이" userId="a6bf09c0c2b50d42" providerId="LiveId" clId="{929214AC-5129-4C3F-B87C-D728339B2521}" dt="2026-10-06T04:40:47.461" v="3567" actId="478"/>
          <ac:spMkLst>
            <pc:docMk/>
            <pc:sldMk cId="3554846870" sldId="2342"/>
            <ac:spMk id="21" creationId="{202B09E0-D4EE-DD79-819D-CEA324260D42}"/>
          </ac:spMkLst>
        </pc:spChg>
        <pc:spChg chg="add mod">
          <ac:chgData name="수인 이" userId="a6bf09c0c2b50d42" providerId="LiveId" clId="{929214AC-5129-4C3F-B87C-D728339B2521}" dt="2026-10-06T04:43:10.481" v="3596" actId="1076"/>
          <ac:spMkLst>
            <pc:docMk/>
            <pc:sldMk cId="3554846870" sldId="2342"/>
            <ac:spMk id="22" creationId="{D241AE84-EA41-AF5B-71FD-24157C954844}"/>
          </ac:spMkLst>
        </pc:spChg>
        <pc:spChg chg="add mod">
          <ac:chgData name="수인 이" userId="a6bf09c0c2b50d42" providerId="LiveId" clId="{929214AC-5129-4C3F-B87C-D728339B2521}" dt="2026-10-06T04:43:10.481" v="3596" actId="1076"/>
          <ac:spMkLst>
            <pc:docMk/>
            <pc:sldMk cId="3554846870" sldId="2342"/>
            <ac:spMk id="23" creationId="{734435DF-265E-CF38-C40A-29774CC6F159}"/>
          </ac:spMkLst>
        </pc:spChg>
        <pc:spChg chg="add mod">
          <ac:chgData name="수인 이" userId="a6bf09c0c2b50d42" providerId="LiveId" clId="{929214AC-5129-4C3F-B87C-D728339B2521}" dt="2026-10-06T04:43:10.481" v="3596" actId="1076"/>
          <ac:spMkLst>
            <pc:docMk/>
            <pc:sldMk cId="3554846870" sldId="2342"/>
            <ac:spMk id="24" creationId="{BEC45A53-E5C5-B638-A44D-DAA907A968D8}"/>
          </ac:spMkLst>
        </pc:spChg>
        <pc:spChg chg="add mod">
          <ac:chgData name="수인 이" userId="a6bf09c0c2b50d42" providerId="LiveId" clId="{929214AC-5129-4C3F-B87C-D728339B2521}" dt="2026-10-06T04:43:10.481" v="3596" actId="1076"/>
          <ac:spMkLst>
            <pc:docMk/>
            <pc:sldMk cId="3554846870" sldId="2342"/>
            <ac:spMk id="25" creationId="{8099F01C-6F09-9BE0-DEF6-96D667445FFB}"/>
          </ac:spMkLst>
        </pc:spChg>
        <pc:spChg chg="add mod">
          <ac:chgData name="수인 이" userId="a6bf09c0c2b50d42" providerId="LiveId" clId="{929214AC-5129-4C3F-B87C-D728339B2521}" dt="2026-10-06T04:45:13.316" v="3659" actId="1076"/>
          <ac:spMkLst>
            <pc:docMk/>
            <pc:sldMk cId="3554846870" sldId="2342"/>
            <ac:spMk id="27" creationId="{B5B2D608-2205-1FA3-7BF0-B877156D6C47}"/>
          </ac:spMkLst>
        </pc:spChg>
        <pc:spChg chg="add mod">
          <ac:chgData name="수인 이" userId="a6bf09c0c2b50d42" providerId="LiveId" clId="{929214AC-5129-4C3F-B87C-D728339B2521}" dt="2026-10-06T04:43:16.135" v="3598" actId="1076"/>
          <ac:spMkLst>
            <pc:docMk/>
            <pc:sldMk cId="3554846870" sldId="2342"/>
            <ac:spMk id="32" creationId="{7C9B527B-C5C8-5277-0487-BEDAFE6DC440}"/>
          </ac:spMkLst>
        </pc:spChg>
        <pc:spChg chg="add mod">
          <ac:chgData name="수인 이" userId="a6bf09c0c2b50d42" providerId="LiveId" clId="{929214AC-5129-4C3F-B87C-D728339B2521}" dt="2026-10-06T04:43:39.247" v="3639" actId="1076"/>
          <ac:spMkLst>
            <pc:docMk/>
            <pc:sldMk cId="3554846870" sldId="2342"/>
            <ac:spMk id="34" creationId="{2502AF13-3C54-4FD5-F7D2-A9F65A8BEB01}"/>
          </ac:spMkLst>
        </pc:spChg>
        <pc:spChg chg="add del mod">
          <ac:chgData name="수인 이" userId="a6bf09c0c2b50d42" providerId="LiveId" clId="{929214AC-5129-4C3F-B87C-D728339B2521}" dt="2026-10-06T04:52:07.251" v="3724" actId="478"/>
          <ac:spMkLst>
            <pc:docMk/>
            <pc:sldMk cId="3554846870" sldId="2342"/>
            <ac:spMk id="35" creationId="{8E379BBE-84F4-CC26-E0E3-3F8F2ED09569}"/>
          </ac:spMkLst>
        </pc:spChg>
        <pc:spChg chg="add mod">
          <ac:chgData name="수인 이" userId="a6bf09c0c2b50d42" providerId="LiveId" clId="{929214AC-5129-4C3F-B87C-D728339B2521}" dt="2026-10-06T04:53:25.468" v="3788"/>
          <ac:spMkLst>
            <pc:docMk/>
            <pc:sldMk cId="3554846870" sldId="2342"/>
            <ac:spMk id="37" creationId="{F9F29452-F9A0-FD3F-38C4-A11AA32F5360}"/>
          </ac:spMkLst>
        </pc:spChg>
        <pc:picChg chg="del">
          <ac:chgData name="수인 이" userId="a6bf09c0c2b50d42" providerId="LiveId" clId="{929214AC-5129-4C3F-B87C-D728339B2521}" dt="2026-10-06T04:24:14.284" v="2680" actId="478"/>
          <ac:picMkLst>
            <pc:docMk/>
            <pc:sldMk cId="3554846870" sldId="2342"/>
            <ac:picMk id="3" creationId="{30D7C555-90F4-3BEE-ADAD-4B2C2BCB002D}"/>
          </ac:picMkLst>
        </pc:picChg>
        <pc:picChg chg="add mod modCrop">
          <ac:chgData name="수인 이" userId="a6bf09c0c2b50d42" providerId="LiveId" clId="{929214AC-5129-4C3F-B87C-D728339B2521}" dt="2026-10-06T04:43:03.207" v="3594" actId="1076"/>
          <ac:picMkLst>
            <pc:docMk/>
            <pc:sldMk cId="3554846870" sldId="2342"/>
            <ac:picMk id="4" creationId="{E8B38866-D867-8ABC-A27A-44512C8271BA}"/>
          </ac:picMkLst>
        </pc:picChg>
        <pc:picChg chg="add del mod modCrop">
          <ac:chgData name="수인 이" userId="a6bf09c0c2b50d42" providerId="LiveId" clId="{929214AC-5129-4C3F-B87C-D728339B2521}" dt="2026-10-06T04:53:37.665" v="3790" actId="1076"/>
          <ac:picMkLst>
            <pc:docMk/>
            <pc:sldMk cId="3554846870" sldId="2342"/>
            <ac:picMk id="5" creationId="{CC782AC1-0EDB-E466-CFB3-7AE314AF4A36}"/>
          </ac:picMkLst>
        </pc:picChg>
        <pc:cxnChg chg="add mod">
          <ac:chgData name="수인 이" userId="a6bf09c0c2b50d42" providerId="LiveId" clId="{929214AC-5129-4C3F-B87C-D728339B2521}" dt="2026-10-06T04:44:07.952" v="3645" actId="693"/>
          <ac:cxnSpMkLst>
            <pc:docMk/>
            <pc:sldMk cId="3554846870" sldId="2342"/>
            <ac:cxnSpMk id="29" creationId="{9AE2F745-C27F-F3FA-DFA0-65DEF62493AD}"/>
          </ac:cxnSpMkLst>
        </pc:cxnChg>
      </pc:sldChg>
      <pc:sldChg chg="del">
        <pc:chgData name="수인 이" userId="a6bf09c0c2b50d42" providerId="LiveId" clId="{929214AC-5129-4C3F-B87C-D728339B2521}" dt="2026-10-06T03:52:26.353" v="689" actId="47"/>
        <pc:sldMkLst>
          <pc:docMk/>
          <pc:sldMk cId="3880257422" sldId="2344"/>
        </pc:sldMkLst>
      </pc:sldChg>
      <pc:sldChg chg="del">
        <pc:chgData name="수인 이" userId="a6bf09c0c2b50d42" providerId="LiveId" clId="{929214AC-5129-4C3F-B87C-D728339B2521}" dt="2026-10-06T03:52:26.518" v="690" actId="47"/>
        <pc:sldMkLst>
          <pc:docMk/>
          <pc:sldMk cId="1247722414" sldId="2345"/>
        </pc:sldMkLst>
      </pc:sldChg>
      <pc:sldChg chg="del">
        <pc:chgData name="수인 이" userId="a6bf09c0c2b50d42" providerId="LiveId" clId="{929214AC-5129-4C3F-B87C-D728339B2521}" dt="2026-10-06T03:52:26.684" v="691" actId="47"/>
        <pc:sldMkLst>
          <pc:docMk/>
          <pc:sldMk cId="1939304859" sldId="2346"/>
        </pc:sldMkLst>
      </pc:sldChg>
      <pc:sldChg chg="del">
        <pc:chgData name="수인 이" userId="a6bf09c0c2b50d42" providerId="LiveId" clId="{929214AC-5129-4C3F-B87C-D728339B2521}" dt="2026-10-06T03:52:26.832" v="692" actId="47"/>
        <pc:sldMkLst>
          <pc:docMk/>
          <pc:sldMk cId="2975916433" sldId="2347"/>
        </pc:sldMkLst>
      </pc:sldChg>
      <pc:sldChg chg="del">
        <pc:chgData name="수인 이" userId="a6bf09c0c2b50d42" providerId="LiveId" clId="{929214AC-5129-4C3F-B87C-D728339B2521}" dt="2026-10-06T03:52:26.959" v="693" actId="47"/>
        <pc:sldMkLst>
          <pc:docMk/>
          <pc:sldMk cId="1579151636" sldId="2348"/>
        </pc:sldMkLst>
      </pc:sldChg>
      <pc:sldChg chg="del">
        <pc:chgData name="수인 이" userId="a6bf09c0c2b50d42" providerId="LiveId" clId="{929214AC-5129-4C3F-B87C-D728339B2521}" dt="2026-10-06T03:52:27.129" v="694" actId="47"/>
        <pc:sldMkLst>
          <pc:docMk/>
          <pc:sldMk cId="3868493540" sldId="2349"/>
        </pc:sldMkLst>
      </pc:sldChg>
      <pc:sldChg chg="del">
        <pc:chgData name="수인 이" userId="a6bf09c0c2b50d42" providerId="LiveId" clId="{929214AC-5129-4C3F-B87C-D728339B2521}" dt="2026-10-06T03:52:27.290" v="695" actId="47"/>
        <pc:sldMkLst>
          <pc:docMk/>
          <pc:sldMk cId="354196976" sldId="2350"/>
        </pc:sldMkLst>
      </pc:sldChg>
      <pc:sldChg chg="del">
        <pc:chgData name="수인 이" userId="a6bf09c0c2b50d42" providerId="LiveId" clId="{929214AC-5129-4C3F-B87C-D728339B2521}" dt="2026-10-06T03:52:27.734" v="698" actId="47"/>
        <pc:sldMkLst>
          <pc:docMk/>
          <pc:sldMk cId="2486656215" sldId="2351"/>
        </pc:sldMkLst>
      </pc:sldChg>
      <pc:sldChg chg="del">
        <pc:chgData name="수인 이" userId="a6bf09c0c2b50d42" providerId="LiveId" clId="{929214AC-5129-4C3F-B87C-D728339B2521}" dt="2026-10-06T03:52:27.423" v="696" actId="47"/>
        <pc:sldMkLst>
          <pc:docMk/>
          <pc:sldMk cId="3328801118" sldId="2352"/>
        </pc:sldMkLst>
      </pc:sldChg>
      <pc:sldChg chg="del">
        <pc:chgData name="수인 이" userId="a6bf09c0c2b50d42" providerId="LiveId" clId="{929214AC-5129-4C3F-B87C-D728339B2521}" dt="2026-10-06T03:52:27.599" v="697" actId="47"/>
        <pc:sldMkLst>
          <pc:docMk/>
          <pc:sldMk cId="1116640297" sldId="2353"/>
        </pc:sldMkLst>
      </pc:sldChg>
      <pc:sldChg chg="del">
        <pc:chgData name="수인 이" userId="a6bf09c0c2b50d42" providerId="LiveId" clId="{929214AC-5129-4C3F-B87C-D728339B2521}" dt="2026-10-06T03:52:27.888" v="699" actId="47"/>
        <pc:sldMkLst>
          <pc:docMk/>
          <pc:sldMk cId="1593549647" sldId="2354"/>
        </pc:sldMkLst>
      </pc:sldChg>
      <pc:sldChg chg="del">
        <pc:chgData name="수인 이" userId="a6bf09c0c2b50d42" providerId="LiveId" clId="{929214AC-5129-4C3F-B87C-D728339B2521}" dt="2026-10-06T03:52:28.060" v="700" actId="47"/>
        <pc:sldMkLst>
          <pc:docMk/>
          <pc:sldMk cId="3602389333" sldId="2355"/>
        </pc:sldMkLst>
      </pc:sldChg>
      <pc:sldChg chg="del">
        <pc:chgData name="수인 이" userId="a6bf09c0c2b50d42" providerId="LiveId" clId="{929214AC-5129-4C3F-B87C-D728339B2521}" dt="2026-10-06T03:52:28.246" v="701" actId="47"/>
        <pc:sldMkLst>
          <pc:docMk/>
          <pc:sldMk cId="4186702702" sldId="2356"/>
        </pc:sldMkLst>
      </pc:sldChg>
      <pc:sldChg chg="del">
        <pc:chgData name="수인 이" userId="a6bf09c0c2b50d42" providerId="LiveId" clId="{929214AC-5129-4C3F-B87C-D728339B2521}" dt="2026-10-06T03:52:30.865" v="702" actId="47"/>
        <pc:sldMkLst>
          <pc:docMk/>
          <pc:sldMk cId="1413089713" sldId="2357"/>
        </pc:sldMkLst>
      </pc:sldChg>
      <pc:sldChg chg="del">
        <pc:chgData name="수인 이" userId="a6bf09c0c2b50d42" providerId="LiveId" clId="{929214AC-5129-4C3F-B87C-D728339B2521}" dt="2026-10-06T03:52:31.088" v="703" actId="47"/>
        <pc:sldMkLst>
          <pc:docMk/>
          <pc:sldMk cId="2247170552" sldId="2358"/>
        </pc:sldMkLst>
      </pc:sldChg>
      <pc:sldChg chg="del">
        <pc:chgData name="수인 이" userId="a6bf09c0c2b50d42" providerId="LiveId" clId="{929214AC-5129-4C3F-B87C-D728339B2521}" dt="2026-10-06T03:52:31.568" v="706" actId="47"/>
        <pc:sldMkLst>
          <pc:docMk/>
          <pc:sldMk cId="3789875943" sldId="2359"/>
        </pc:sldMkLst>
      </pc:sldChg>
      <pc:sldChg chg="del">
        <pc:chgData name="수인 이" userId="a6bf09c0c2b50d42" providerId="LiveId" clId="{929214AC-5129-4C3F-B87C-D728339B2521}" dt="2026-10-06T03:52:31.744" v="707" actId="47"/>
        <pc:sldMkLst>
          <pc:docMk/>
          <pc:sldMk cId="1909398756" sldId="2360"/>
        </pc:sldMkLst>
      </pc:sldChg>
      <pc:sldChg chg="del">
        <pc:chgData name="수인 이" userId="a6bf09c0c2b50d42" providerId="LiveId" clId="{929214AC-5129-4C3F-B87C-D728339B2521}" dt="2026-10-06T03:52:31.219" v="704" actId="47"/>
        <pc:sldMkLst>
          <pc:docMk/>
          <pc:sldMk cId="2250187866" sldId="2361"/>
        </pc:sldMkLst>
      </pc:sldChg>
      <pc:sldChg chg="del">
        <pc:chgData name="수인 이" userId="a6bf09c0c2b50d42" providerId="LiveId" clId="{929214AC-5129-4C3F-B87C-D728339B2521}" dt="2026-10-06T03:52:31.395" v="705" actId="47"/>
        <pc:sldMkLst>
          <pc:docMk/>
          <pc:sldMk cId="3906581441" sldId="2362"/>
        </pc:sldMkLst>
      </pc:sldChg>
      <pc:sldChg chg="del">
        <pc:chgData name="수인 이" userId="a6bf09c0c2b50d42" providerId="LiveId" clId="{929214AC-5129-4C3F-B87C-D728339B2521}" dt="2026-10-06T03:52:31.903" v="708" actId="47"/>
        <pc:sldMkLst>
          <pc:docMk/>
          <pc:sldMk cId="3809764455" sldId="2363"/>
        </pc:sldMkLst>
      </pc:sldChg>
      <pc:sldChg chg="del">
        <pc:chgData name="수인 이" userId="a6bf09c0c2b50d42" providerId="LiveId" clId="{929214AC-5129-4C3F-B87C-D728339B2521}" dt="2026-10-06T03:52:32.070" v="709" actId="47"/>
        <pc:sldMkLst>
          <pc:docMk/>
          <pc:sldMk cId="3794613944" sldId="2364"/>
        </pc:sldMkLst>
      </pc:sldChg>
      <pc:sldChg chg="del">
        <pc:chgData name="수인 이" userId="a6bf09c0c2b50d42" providerId="LiveId" clId="{929214AC-5129-4C3F-B87C-D728339B2521}" dt="2026-10-06T03:52:33.393" v="711" actId="47"/>
        <pc:sldMkLst>
          <pc:docMk/>
          <pc:sldMk cId="4054683125" sldId="2365"/>
        </pc:sldMkLst>
      </pc:sldChg>
      <pc:sldChg chg="del">
        <pc:chgData name="수인 이" userId="a6bf09c0c2b50d42" providerId="LiveId" clId="{929214AC-5129-4C3F-B87C-D728339B2521}" dt="2026-10-06T03:52:32.238" v="710" actId="47"/>
        <pc:sldMkLst>
          <pc:docMk/>
          <pc:sldMk cId="4287692692" sldId="2366"/>
        </pc:sldMkLst>
      </pc:sldChg>
      <pc:sldChg chg="del">
        <pc:chgData name="수인 이" userId="a6bf09c0c2b50d42" providerId="LiveId" clId="{929214AC-5129-4C3F-B87C-D728339B2521}" dt="2026-10-06T03:52:26.019" v="687" actId="47"/>
        <pc:sldMkLst>
          <pc:docMk/>
          <pc:sldMk cId="798820841" sldId="2367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10-06T05:38:40.9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F45F80-1DED-43EA-89D0-B0DA0110AE8A}" type="datetimeFigureOut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13F8AB-AEDA-403F-992B-297120F92A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722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B566A-9848-8B88-2580-A1ACDECEE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9CC3CE6-9285-2672-2BCA-BEB97ABBD5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86239C-5563-AFCA-231D-A91240268D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BA5FFD-A6D0-F83A-B3D3-99D1278569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0309E3-73B0-4735-B12D-CA0936C4365D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93517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DA1A4-E8C7-42D9-BBE0-CAE32B6AB34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14740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DA1A4-E8C7-42D9-BBE0-CAE32B6AB349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2058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CDA1A4-E8C7-42D9-BBE0-CAE32B6AB349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7362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68116-F8D1-DBE4-4C87-909F82CB55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4DB189-F62E-D88E-2B37-DD44FDD83C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462053-D3E4-748E-8E39-BFA2CF9D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EAB4B-5885-4A6A-AC40-CA23E0E121F6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93A161-3F90-3463-A48E-15F5DBCA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B02BB5-7505-4704-B799-118F6CA72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5019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9FF20E-8DCA-F8DF-7D9E-FEA513EF1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1F9376-3E31-A1D6-A4C2-9148793DA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40219F-5771-7809-385F-5B5483D532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C932B2-3C11-4BC0-9284-1FD5EFC403D9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46BF73-8CF0-10FA-5844-D7A9AC599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EEC4BB-B2BC-BB6C-3DAC-8463BDA71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319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42E329-3F4A-9A01-3006-B5A6C66B2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210036-A3C7-32BD-C1BC-BB0DC3963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E0B216-5587-CD65-D55C-8F76A4267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CF1B9-E88D-4275-9DDC-576527AF4DA8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A91F38D-2D60-F0BD-C0A3-102ADB833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DE5C68-1D5F-7077-C2FC-0BBA211B9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38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E71F3E-9E66-7C9B-7984-D412A2936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6F6881-C64A-F2BB-BE57-C75523DCA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F971D2F-14E7-58E2-8EED-AF91C91A0A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39F4BE-5B13-CBD2-27FD-C43B76D30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53B5BD-F145-4E12-870B-0F9B7132CB48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8B82BE-5754-7CEB-70DC-6DC59F749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F50BC9-85FA-22E3-725C-CC3F34072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0883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0CBA4-B2BB-CC23-8704-DB5FB7445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9BFCF72-48E0-ABCD-0B31-1A469D96E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2BB4E49-468E-A78A-92BE-4A35560B2A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EEAEEBB-8B18-0B66-404D-6A13301E65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2B5E917-588B-0DA5-2BB5-6F69172432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F00FBCA-5D69-184B-6D37-045C4AD7C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3F9F8-0750-4905-B1E2-258A7ABC5BF1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8FB042D-2C81-B1DD-8AB0-9DAA73C1D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BE05B0-96FF-BB9D-EBC6-F146D5E67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044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697418-C65B-5D18-F58F-76C791488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07CFB69-9888-EF07-CF91-A3EE4E555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D104A2-C249-47F6-A61E-43CF9B75D85E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0F744D4-9579-3A91-9A89-904A7244B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715471-5FE0-8D07-015A-231359E43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0053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8445E2-6CD8-617A-B5D6-B6FE99F7D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759D09-FA9E-4D64-9186-4550DB7B5EE5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E304EE2-029B-269E-C65E-D456C7840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DE6EF0-EE95-B5DA-4E08-182E18FA4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808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9097E5-ED60-214B-5733-3E8A3CA76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B4B5A0-D2C4-4BEF-4406-F81ED983D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4D33062-81C1-3178-1D4A-56EF395BC9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83C05C-E271-6A16-8B11-706175404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3F250-1896-4E94-92B1-1B2F750B5A5C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6B5C832-F5F6-541C-EF26-87667273F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2C1296A-D9C5-9D04-3457-D3E1B6642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2801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840E24-7834-7C93-6C5D-9CDF963EE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243E2B2-AA98-94AB-4F87-7127439E90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C29F1C-F25F-6112-9B0D-583EB960C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269ED0-DE6F-0007-CFC4-775FE8B78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C0005-9E9F-4BC5-829D-352F3BA6C24E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08A9FC-74BF-81A3-B82A-BE1A0F039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83A4C9-979D-897D-8217-F39F4B8B8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8509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33957F-ED92-7500-ED97-989000140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60808F-5A78-9DB4-CEAF-9744683C89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9D0F36-7223-99D5-50E1-FB51C36DF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8A743-485C-48BB-8488-EDBB71D0147F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714BAE-FEFB-0A1C-87F2-96E6702D6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16E71D-8EE4-121D-F1FB-113607740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214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19B29AA-B865-F28B-510B-B43A9DCBE4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989C28-FE77-3D68-B828-10966B542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F5B9BD-5741-4C42-A421-F5643242D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FF5149-4F7A-4CB6-B797-8A8A205D3D71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428D26-35EF-590C-F903-4C5669B62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B22A42D-1C43-EF2D-AA12-5417A104E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59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18C8493-1567-5F9B-B49B-A2935C3FE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9785C2-71F0-3D16-2B0A-E78DAB6048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A771E1F-CB16-CBC8-ECDD-455B41C993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BBA0ED-DFC4-40AD-898C-018DE9C7183E}" type="datetime1">
              <a:rPr lang="ko-KR" altLang="en-US" smtClean="0"/>
              <a:t>2026-10-16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887F15-1E94-5B57-6C1E-4C859C386C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6DA6D61-1FE0-D401-7521-3B05E29D8E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6C014B-6526-4B24-8738-19A834F8BC9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0549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zhoujieli/Awesome-LLM-Agents-Scientific-Discovery" TargetMode="External"/><Relationship Id="rId2" Type="http://schemas.openxmlformats.org/officeDocument/2006/relationships/hyperlink" Target="https://github.com/VoltAgent/awesome-ai-agent-papers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0.png"/><Relationship Id="rId4" Type="http://schemas.openxmlformats.org/officeDocument/2006/relationships/customXml" Target="../ink/ink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C3A8D-9C09-6585-497D-DF1691247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490CC05B-145B-5779-4F84-74C0EFBCAA56}"/>
              </a:ext>
            </a:extLst>
          </p:cNvPr>
          <p:cNvSpPr/>
          <p:nvPr/>
        </p:nvSpPr>
        <p:spPr>
          <a:xfrm>
            <a:off x="0" y="0"/>
            <a:ext cx="10261394" cy="6858000"/>
          </a:xfrm>
          <a:prstGeom prst="rect">
            <a:avLst/>
          </a:prstGeom>
          <a:solidFill>
            <a:srgbClr val="E0E9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이등변 삼각형 22">
            <a:extLst>
              <a:ext uri="{FF2B5EF4-FFF2-40B4-BE49-F238E27FC236}">
                <a16:creationId xmlns:a16="http://schemas.microsoft.com/office/drawing/2014/main" id="{A949C831-487A-55F8-9487-A95C7A100A0F}"/>
              </a:ext>
            </a:extLst>
          </p:cNvPr>
          <p:cNvSpPr/>
          <p:nvPr/>
        </p:nvSpPr>
        <p:spPr>
          <a:xfrm rot="10800000">
            <a:off x="787603" y="4401387"/>
            <a:ext cx="1550337" cy="2438100"/>
          </a:xfrm>
          <a:prstGeom prst="triangle">
            <a:avLst>
              <a:gd name="adj" fmla="val 0"/>
            </a:avLst>
          </a:prstGeom>
          <a:solidFill>
            <a:srgbClr val="D4E1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이등변 삼각형 20">
            <a:extLst>
              <a:ext uri="{FF2B5EF4-FFF2-40B4-BE49-F238E27FC236}">
                <a16:creationId xmlns:a16="http://schemas.microsoft.com/office/drawing/2014/main" id="{850F336F-B1F1-1DAE-2EC3-EF2D92B09F63}"/>
              </a:ext>
            </a:extLst>
          </p:cNvPr>
          <p:cNvSpPr/>
          <p:nvPr/>
        </p:nvSpPr>
        <p:spPr>
          <a:xfrm rot="16200000">
            <a:off x="9992099" y="264867"/>
            <a:ext cx="1668300" cy="1138570"/>
          </a:xfrm>
          <a:prstGeom prst="triangle">
            <a:avLst>
              <a:gd name="adj" fmla="val 99954"/>
            </a:avLst>
          </a:prstGeom>
          <a:solidFill>
            <a:srgbClr val="EEF1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BA59F65-60E4-8FC5-4940-EEC8A09198C3}"/>
              </a:ext>
            </a:extLst>
          </p:cNvPr>
          <p:cNvSpPr/>
          <p:nvPr/>
        </p:nvSpPr>
        <p:spPr>
          <a:xfrm>
            <a:off x="2337941" y="4419898"/>
            <a:ext cx="8639417" cy="2438101"/>
          </a:xfrm>
          <a:prstGeom prst="rect">
            <a:avLst/>
          </a:prstGeom>
          <a:solidFill>
            <a:srgbClr val="D4E1E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7BC3DB3-8E1F-2328-48C2-53839C35B3CD}"/>
              </a:ext>
            </a:extLst>
          </p:cNvPr>
          <p:cNvSpPr/>
          <p:nvPr/>
        </p:nvSpPr>
        <p:spPr>
          <a:xfrm>
            <a:off x="10977358" y="1"/>
            <a:ext cx="1210212" cy="4564424"/>
          </a:xfrm>
          <a:prstGeom prst="rect">
            <a:avLst/>
          </a:prstGeom>
          <a:solidFill>
            <a:srgbClr val="EEF1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 descr="예술, 디자인, 보석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6DBF367-47CA-F224-DE1C-C967EB8B4D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2718" y="4419900"/>
            <a:ext cx="2429282" cy="2438100"/>
          </a:xfrm>
          <a:prstGeom prst="rect">
            <a:avLst/>
          </a:prstGeom>
        </p:spPr>
      </p:pic>
      <p:sp>
        <p:nvSpPr>
          <p:cNvPr id="28" name="자유형: 도형 27">
            <a:extLst>
              <a:ext uri="{FF2B5EF4-FFF2-40B4-BE49-F238E27FC236}">
                <a16:creationId xmlns:a16="http://schemas.microsoft.com/office/drawing/2014/main" id="{92222CB7-7D05-FA9D-ACAD-80780EE98E98}"/>
              </a:ext>
            </a:extLst>
          </p:cNvPr>
          <p:cNvSpPr/>
          <p:nvPr/>
        </p:nvSpPr>
        <p:spPr>
          <a:xfrm>
            <a:off x="0" y="5439342"/>
            <a:ext cx="12197972" cy="1418658"/>
          </a:xfrm>
          <a:custGeom>
            <a:avLst/>
            <a:gdLst>
              <a:gd name="connsiteX0" fmla="*/ 337019 w 12192000"/>
              <a:gd name="connsiteY0" fmla="*/ 0 h 1418659"/>
              <a:gd name="connsiteX1" fmla="*/ 11854981 w 12192000"/>
              <a:gd name="connsiteY1" fmla="*/ 0 h 1418659"/>
              <a:gd name="connsiteX2" fmla="*/ 12192000 w 12192000"/>
              <a:gd name="connsiteY2" fmla="*/ 337019 h 1418659"/>
              <a:gd name="connsiteX3" fmla="*/ 12192000 w 12192000"/>
              <a:gd name="connsiteY3" fmla="*/ 1418659 h 1418659"/>
              <a:gd name="connsiteX4" fmla="*/ 0 w 12192000"/>
              <a:gd name="connsiteY4" fmla="*/ 1418659 h 1418659"/>
              <a:gd name="connsiteX5" fmla="*/ 0 w 12192000"/>
              <a:gd name="connsiteY5" fmla="*/ 337019 h 1418659"/>
              <a:gd name="connsiteX6" fmla="*/ 337019 w 12192000"/>
              <a:gd name="connsiteY6" fmla="*/ 0 h 1418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418659">
                <a:moveTo>
                  <a:pt x="337019" y="0"/>
                </a:moveTo>
                <a:lnTo>
                  <a:pt x="11854981" y="0"/>
                </a:lnTo>
                <a:cubicBezTo>
                  <a:pt x="12041111" y="0"/>
                  <a:pt x="12192000" y="150889"/>
                  <a:pt x="12192000" y="337019"/>
                </a:cubicBezTo>
                <a:lnTo>
                  <a:pt x="12192000" y="1418659"/>
                </a:lnTo>
                <a:lnTo>
                  <a:pt x="0" y="1418659"/>
                </a:lnTo>
                <a:lnTo>
                  <a:pt x="0" y="337019"/>
                </a:lnTo>
                <a:cubicBezTo>
                  <a:pt x="0" y="150889"/>
                  <a:pt x="150889" y="0"/>
                  <a:pt x="337019" y="0"/>
                </a:cubicBezTo>
                <a:close/>
              </a:path>
            </a:pathLst>
          </a:custGeom>
          <a:solidFill>
            <a:schemeClr val="accent1">
              <a:lumMod val="9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A9A6716-C8C0-4746-F01B-34B7E76A7297}"/>
              </a:ext>
            </a:extLst>
          </p:cNvPr>
          <p:cNvSpPr txBox="1"/>
          <p:nvPr/>
        </p:nvSpPr>
        <p:spPr>
          <a:xfrm>
            <a:off x="3323250" y="6088199"/>
            <a:ext cx="2429319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D56"/>
                </a:solidFill>
                <a:latin typeface="프리젠테이션 3 Light" pitchFamily="2" charset="-127"/>
                <a:ea typeface="프리젠테이션 3 Light" pitchFamily="2" charset="-127"/>
                <a:cs typeface="Pretendard Black" panose="02000A03000000020004" pitchFamily="50" charset="-127"/>
              </a:rPr>
              <a:t>Data-Driven Service Inovation Lab</a:t>
            </a: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58FBCAA0-7D36-2778-5D51-09A5E2DC0B5B}"/>
              </a:ext>
            </a:extLst>
          </p:cNvPr>
          <p:cNvCxnSpPr>
            <a:cxnSpLocks/>
          </p:cNvCxnSpPr>
          <p:nvPr/>
        </p:nvCxnSpPr>
        <p:spPr>
          <a:xfrm>
            <a:off x="3059879" y="6104952"/>
            <a:ext cx="0" cy="181939"/>
          </a:xfrm>
          <a:prstGeom prst="line">
            <a:avLst/>
          </a:prstGeom>
          <a:ln w="127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7B2EFD-FD05-68D6-D824-C942FB7CE73E}"/>
              </a:ext>
            </a:extLst>
          </p:cNvPr>
          <p:cNvSpPr txBox="1"/>
          <p:nvPr/>
        </p:nvSpPr>
        <p:spPr>
          <a:xfrm>
            <a:off x="9351556" y="6088199"/>
            <a:ext cx="200507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altLang="ko-KR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D56"/>
                </a:solidFill>
                <a:latin typeface="프리젠테이션 4 Regular" pitchFamily="2" charset="-127"/>
                <a:ea typeface="프리젠테이션 4 Regular" pitchFamily="2" charset="-127"/>
                <a:cs typeface="Pretendard Black" panose="02000A03000000020004" pitchFamily="50" charset="-127"/>
              </a:rPr>
              <a:t>2026. 10. 16. </a:t>
            </a:r>
            <a:r>
              <a:rPr lang="ko-KR" altLang="en-US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D56"/>
                </a:solidFill>
                <a:latin typeface="프리젠테이션 4 Regular" pitchFamily="2" charset="-127"/>
                <a:ea typeface="프리젠테이션 4 Regular" pitchFamily="2" charset="-127"/>
                <a:cs typeface="Pretendard Black" panose="02000A03000000020004" pitchFamily="50" charset="-127"/>
              </a:rPr>
              <a:t>발제자</a:t>
            </a:r>
            <a:r>
              <a:rPr lang="en-US" altLang="ko-KR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D56"/>
                </a:solidFill>
                <a:latin typeface="프리젠테이션 4 Regular" pitchFamily="2" charset="-127"/>
                <a:ea typeface="프리젠테이션 4 Regular" pitchFamily="2" charset="-127"/>
                <a:cs typeface="Pretendard Black" panose="02000A03000000020004" pitchFamily="50" charset="-127"/>
              </a:rPr>
              <a:t>: </a:t>
            </a:r>
            <a:r>
              <a:rPr lang="ko-KR" altLang="en-US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D56"/>
                </a:solidFill>
                <a:latin typeface="프리젠테이션 4 Regular" pitchFamily="2" charset="-127"/>
                <a:ea typeface="프리젠테이션 4 Regular" pitchFamily="2" charset="-127"/>
                <a:cs typeface="Pretendard Black" panose="02000A03000000020004" pitchFamily="50" charset="-127"/>
              </a:rPr>
              <a:t>이수인</a:t>
            </a:r>
            <a:r>
              <a:rPr lang="en-US" altLang="ko-KR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D56"/>
                </a:solidFill>
                <a:latin typeface="프리젠테이션 4 Regular" pitchFamily="2" charset="-127"/>
                <a:ea typeface="프리젠테이션 4 Regular" pitchFamily="2" charset="-127"/>
                <a:cs typeface="Pretendard Black" panose="02000A03000000020004" pitchFamily="50" charset="-127"/>
              </a:rPr>
              <a:t>.</a:t>
            </a: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9B821B41-E085-DB04-3090-7B628587F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C6BF89-CFC7-4707-A2D1-00F3D2F7C049}" type="slidenum">
              <a:rPr lang="ko-KR" altLang="en-US" smtClean="0"/>
              <a:t>1</a:t>
            </a:fld>
            <a:r>
              <a:rPr lang="en-US" altLang="ko-KR"/>
              <a:t> /45</a:t>
            </a:r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A4463D-B255-10AF-B882-F88169AF9EFD}"/>
              </a:ext>
            </a:extLst>
          </p:cNvPr>
          <p:cNvSpPr txBox="1"/>
          <p:nvPr/>
        </p:nvSpPr>
        <p:spPr>
          <a:xfrm>
            <a:off x="584087" y="6088199"/>
            <a:ext cx="215507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altLang="ko-KR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D56"/>
                </a:solidFill>
                <a:latin typeface="프리젠테이션 3 Light" pitchFamily="2" charset="-127"/>
                <a:ea typeface="프리젠테이션 3 Light" pitchFamily="2" charset="-127"/>
                <a:cs typeface="Pretendard Black" panose="02000A03000000020004" pitchFamily="50" charset="-127"/>
              </a:rPr>
              <a:t>Dept. of Industrial Engineering</a:t>
            </a:r>
          </a:p>
        </p:txBody>
      </p:sp>
      <p:pic>
        <p:nvPicPr>
          <p:cNvPr id="1026" name="Picture 2" descr="정장 - 대학상징 - 대학소개 - 서울대학교">
            <a:extLst>
              <a:ext uri="{FF2B5EF4-FFF2-40B4-BE49-F238E27FC236}">
                <a16:creationId xmlns:a16="http://schemas.microsoft.com/office/drawing/2014/main" id="{6D57952A-92B2-B3B8-5FB8-985B66D996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29" y="241246"/>
            <a:ext cx="758960" cy="78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이등변 삼각형 18">
            <a:extLst>
              <a:ext uri="{FF2B5EF4-FFF2-40B4-BE49-F238E27FC236}">
                <a16:creationId xmlns:a16="http://schemas.microsoft.com/office/drawing/2014/main" id="{7D9E3205-01FD-53D1-EA07-0F48136B9718}"/>
              </a:ext>
            </a:extLst>
          </p:cNvPr>
          <p:cNvSpPr/>
          <p:nvPr/>
        </p:nvSpPr>
        <p:spPr>
          <a:xfrm rot="5400000">
            <a:off x="9996529" y="264867"/>
            <a:ext cx="1668300" cy="1138570"/>
          </a:xfrm>
          <a:prstGeom prst="triangle">
            <a:avLst>
              <a:gd name="adj" fmla="val 99954"/>
            </a:avLst>
          </a:prstGeom>
          <a:solidFill>
            <a:srgbClr val="E0E9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DEBC6C56-5CFA-921E-083C-1E18B7F61022}"/>
              </a:ext>
            </a:extLst>
          </p:cNvPr>
          <p:cNvSpPr/>
          <p:nvPr/>
        </p:nvSpPr>
        <p:spPr>
          <a:xfrm>
            <a:off x="10256474" y="1668302"/>
            <a:ext cx="720884" cy="2751595"/>
          </a:xfrm>
          <a:prstGeom prst="rect">
            <a:avLst/>
          </a:prstGeom>
          <a:solidFill>
            <a:srgbClr val="E0E9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E1C401B-F1D0-2C22-B38A-BCB7FBE78BD5}"/>
              </a:ext>
            </a:extLst>
          </p:cNvPr>
          <p:cNvSpPr/>
          <p:nvPr/>
        </p:nvSpPr>
        <p:spPr>
          <a:xfrm>
            <a:off x="10972438" y="1668302"/>
            <a:ext cx="431956" cy="2751595"/>
          </a:xfrm>
          <a:prstGeom prst="rect">
            <a:avLst/>
          </a:prstGeom>
          <a:gradFill flip="none" rotWithShape="1">
            <a:gsLst>
              <a:gs pos="0">
                <a:srgbClr val="E6EEF1"/>
              </a:gs>
              <a:gs pos="100000">
                <a:srgbClr val="E0E9EE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ACFE474-8452-EFBC-39F3-0D13533C2BF3}"/>
              </a:ext>
            </a:extLst>
          </p:cNvPr>
          <p:cNvSpPr/>
          <p:nvPr/>
        </p:nvSpPr>
        <p:spPr>
          <a:xfrm>
            <a:off x="787606" y="1668299"/>
            <a:ext cx="10612358" cy="2751601"/>
          </a:xfrm>
          <a:prstGeom prst="rect">
            <a:avLst/>
          </a:prstGeom>
          <a:solidFill>
            <a:srgbClr val="1A2D5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F83CC0C-6654-E3CA-B699-1950729EFE04}"/>
              </a:ext>
            </a:extLst>
          </p:cNvPr>
          <p:cNvCxnSpPr>
            <a:cxnSpLocks/>
          </p:cNvCxnSpPr>
          <p:nvPr/>
        </p:nvCxnSpPr>
        <p:spPr>
          <a:xfrm>
            <a:off x="3663298" y="3812511"/>
            <a:ext cx="4787759" cy="0"/>
          </a:xfrm>
          <a:prstGeom prst="line">
            <a:avLst/>
          </a:prstGeom>
          <a:solidFill>
            <a:srgbClr val="033561"/>
          </a:solidFill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D74FE53C-3A7A-EBF3-5163-EC0A42B89CC6}"/>
              </a:ext>
            </a:extLst>
          </p:cNvPr>
          <p:cNvSpPr txBox="1"/>
          <p:nvPr/>
        </p:nvSpPr>
        <p:spPr>
          <a:xfrm>
            <a:off x="1701348" y="2493923"/>
            <a:ext cx="8711680" cy="123110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4000" spc="-3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프리젠테이션 8 ExtraBold" pitchFamily="2" charset="-127"/>
                <a:ea typeface="프리젠테이션 8 ExtraBold" pitchFamily="2" charset="-127"/>
              </a:rPr>
              <a:t>Agentic AI Study For DDSI Lab 1</a:t>
            </a:r>
            <a:r>
              <a:rPr lang="en-US" altLang="ko-KR" sz="4000" spc="-300" baseline="300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프리젠테이션 8 ExtraBold" pitchFamily="2" charset="-127"/>
                <a:ea typeface="프리젠테이션 8 ExtraBold" pitchFamily="2" charset="-127"/>
              </a:rPr>
              <a:t>st</a:t>
            </a:r>
            <a:r>
              <a:rPr lang="en-US" altLang="ko-KR" sz="4000" spc="-3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프리젠테이션 8 ExtraBold" pitchFamily="2" charset="-127"/>
                <a:ea typeface="프리젠테이션 8 ExtraBold" pitchFamily="2" charset="-127"/>
              </a:rPr>
              <a:t> Sharing:</a:t>
            </a:r>
          </a:p>
          <a:p>
            <a:pPr algn="ctr"/>
            <a:r>
              <a:rPr lang="en-US" altLang="ko-KR" sz="4000" spc="-30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accent1"/>
                </a:solidFill>
                <a:latin typeface="프리젠테이션 8 ExtraBold" pitchFamily="2" charset="-127"/>
                <a:ea typeface="프리젠테이션 8 ExtraBold" pitchFamily="2" charset="-127"/>
              </a:rPr>
              <a:t>GitHub &amp; Langgrapgh &amp; Context Engineering </a:t>
            </a:r>
          </a:p>
        </p:txBody>
      </p:sp>
    </p:spTree>
    <p:extLst>
      <p:ext uri="{BB962C8B-B14F-4D97-AF65-F5344CB8AC3E}">
        <p14:creationId xmlns:p14="http://schemas.microsoft.com/office/powerpoint/2010/main" val="4049189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2530A1BF-C46C-D7D0-E80C-5736BD6B0DC6}"/>
              </a:ext>
            </a:extLst>
          </p:cNvPr>
          <p:cNvCxnSpPr>
            <a:cxnSpLocks/>
          </p:cNvCxnSpPr>
          <p:nvPr/>
        </p:nvCxnSpPr>
        <p:spPr>
          <a:xfrm>
            <a:off x="3900714" y="1959429"/>
            <a:ext cx="0" cy="4425042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EF3EE5A6-4315-12E7-BAE7-B66FEFDD71BD}"/>
              </a:ext>
            </a:extLst>
          </p:cNvPr>
          <p:cNvCxnSpPr>
            <a:cxnSpLocks/>
          </p:cNvCxnSpPr>
          <p:nvPr/>
        </p:nvCxnSpPr>
        <p:spPr>
          <a:xfrm>
            <a:off x="8059057" y="1959429"/>
            <a:ext cx="0" cy="4425042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E4F0137-B726-F5AE-08C4-FE7AC3FD4CE7}"/>
              </a:ext>
            </a:extLst>
          </p:cNvPr>
          <p:cNvSpPr txBox="1"/>
          <p:nvPr/>
        </p:nvSpPr>
        <p:spPr>
          <a:xfrm>
            <a:off x="291610" y="140788"/>
            <a:ext cx="385733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Purpose &amp; Flow of This Study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0E4108-FE64-0497-7B3F-DA2D92883FFD}"/>
              </a:ext>
            </a:extLst>
          </p:cNvPr>
          <p:cNvSpPr txBox="1"/>
          <p:nvPr/>
        </p:nvSpPr>
        <p:spPr>
          <a:xfrm>
            <a:off x="541612" y="2598003"/>
            <a:ext cx="2910285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7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1. GitHub </a:t>
            </a:r>
            <a:r>
              <a:rPr lang="ko-KR" altLang="en-US" sz="27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협업 방식을 </a:t>
            </a:r>
            <a:endParaRPr lang="en-US" altLang="ko-KR" sz="27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  <a:p>
            <a:pPr algn="ctr"/>
            <a:r>
              <a:rPr lang="ko-KR" altLang="en-US" sz="27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익히고 익숙해지자</a:t>
            </a:r>
            <a:endParaRPr lang="en-US" altLang="ko-KR" sz="27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D86E94-6181-D31A-1975-1540930D27A2}"/>
              </a:ext>
            </a:extLst>
          </p:cNvPr>
          <p:cNvSpPr txBox="1"/>
          <p:nvPr/>
        </p:nvSpPr>
        <p:spPr>
          <a:xfrm>
            <a:off x="4170115" y="2598003"/>
            <a:ext cx="3623171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7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rPr>
              <a:t>2. Agentic AI </a:t>
            </a:r>
            <a:r>
              <a:rPr lang="ko-KR" altLang="en-US" sz="27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rPr>
              <a:t>개발에 쓰이는</a:t>
            </a:r>
            <a:endParaRPr lang="en-US" altLang="ko-KR" sz="27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 sz="27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rPr>
              <a:t>코드에 익숙해지자</a:t>
            </a:r>
            <a:endParaRPr lang="en-US" altLang="ko-KR" sz="27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2FF01C-B2BE-2DF7-2081-C7E9DA14B32F}"/>
              </a:ext>
            </a:extLst>
          </p:cNvPr>
          <p:cNvSpPr txBox="1"/>
          <p:nvPr/>
        </p:nvSpPr>
        <p:spPr>
          <a:xfrm>
            <a:off x="8376517" y="2598003"/>
            <a:ext cx="3439403" cy="83099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altLang="ko-KR" sz="27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rPr>
              <a:t>3. Agentic AI </a:t>
            </a:r>
            <a:r>
              <a:rPr lang="ko-KR" altLang="en-US" sz="27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rPr>
              <a:t>개발 지식을</a:t>
            </a:r>
            <a:endParaRPr lang="en-US" altLang="ko-KR" sz="27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pPr algn="ctr"/>
            <a:r>
              <a:rPr lang="ko-KR" altLang="en-US" sz="27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</a:rPr>
              <a:t>쌓고 트렌드를 팔로우 업 하자</a:t>
            </a:r>
            <a:endParaRPr lang="en-US" altLang="ko-KR" sz="27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A02A73-1981-7DE2-1392-A3E31A08ACBD}"/>
              </a:ext>
            </a:extLst>
          </p:cNvPr>
          <p:cNvSpPr txBox="1"/>
          <p:nvPr/>
        </p:nvSpPr>
        <p:spPr>
          <a:xfrm>
            <a:off x="599971" y="3759127"/>
            <a:ext cx="2992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0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주차</a:t>
            </a: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 Awesome TM </a:t>
            </a:r>
          </a:p>
          <a:p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Repo Contributor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가 되기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35CDC7-E2D0-FB61-A6C9-8D68AE4AB68C}"/>
              </a:ext>
            </a:extLst>
          </p:cNvPr>
          <p:cNvSpPr txBox="1"/>
          <p:nvPr/>
        </p:nvSpPr>
        <p:spPr>
          <a:xfrm>
            <a:off x="4375647" y="4606438"/>
            <a:ext cx="2487860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1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주차</a:t>
            </a: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 LangGraph 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기본 </a:t>
            </a:r>
            <a:endParaRPr lang="en-US" altLang="ko-KR" sz="20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2A8EEA-6D3F-B4B5-4A7C-081CCA580A02}"/>
              </a:ext>
            </a:extLst>
          </p:cNvPr>
          <p:cNvSpPr txBox="1"/>
          <p:nvPr/>
        </p:nvSpPr>
        <p:spPr>
          <a:xfrm>
            <a:off x="8575289" y="5283516"/>
            <a:ext cx="3284680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2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주차</a:t>
            </a: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 Context Engineering</a:t>
            </a:r>
            <a:endParaRPr lang="ko-KR" altLang="en-US" sz="20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78F73B-9648-068E-118B-F695FD361112}"/>
              </a:ext>
            </a:extLst>
          </p:cNvPr>
          <p:cNvSpPr txBox="1"/>
          <p:nvPr/>
        </p:nvSpPr>
        <p:spPr>
          <a:xfrm>
            <a:off x="594009" y="4576481"/>
            <a:ext cx="2992385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1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주차</a:t>
            </a: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 GitHub 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협업방식 복습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2A54D8C-56E2-FA08-8482-0C75ECD7CB86}"/>
              </a:ext>
            </a:extLst>
          </p:cNvPr>
          <p:cNvSpPr txBox="1"/>
          <p:nvPr/>
        </p:nvSpPr>
        <p:spPr>
          <a:xfrm>
            <a:off x="4375646" y="5254821"/>
            <a:ext cx="3284680" cy="49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2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주차</a:t>
            </a: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 LangGraph_Graph API</a:t>
            </a:r>
            <a:endParaRPr lang="ko-KR" altLang="en-US" sz="20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DBA2BE7B-1EF9-F32B-9219-9B02D078433A}"/>
              </a:ext>
            </a:extLst>
          </p:cNvPr>
          <p:cNvSpPr/>
          <p:nvPr/>
        </p:nvSpPr>
        <p:spPr>
          <a:xfrm>
            <a:off x="3715225" y="4779334"/>
            <a:ext cx="457199" cy="22646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오른쪽 20">
            <a:extLst>
              <a:ext uri="{FF2B5EF4-FFF2-40B4-BE49-F238E27FC236}">
                <a16:creationId xmlns:a16="http://schemas.microsoft.com/office/drawing/2014/main" id="{33BFFA68-6E36-D255-64D8-D658C8973BBB}"/>
              </a:ext>
            </a:extLst>
          </p:cNvPr>
          <p:cNvSpPr/>
          <p:nvPr/>
        </p:nvSpPr>
        <p:spPr>
          <a:xfrm>
            <a:off x="7859974" y="5472209"/>
            <a:ext cx="457199" cy="22646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E70B232F-9494-BE05-4E97-84F48118462A}"/>
              </a:ext>
            </a:extLst>
          </p:cNvPr>
          <p:cNvSpPr/>
          <p:nvPr/>
        </p:nvSpPr>
        <p:spPr>
          <a:xfrm rot="5400000">
            <a:off x="1885625" y="4464910"/>
            <a:ext cx="222257" cy="22646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7416A479-0FD8-BCFF-20F1-CF96F0010DEB}"/>
              </a:ext>
            </a:extLst>
          </p:cNvPr>
          <p:cNvSpPr/>
          <p:nvPr/>
        </p:nvSpPr>
        <p:spPr>
          <a:xfrm rot="5400000">
            <a:off x="5868757" y="5170284"/>
            <a:ext cx="222257" cy="22646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968A176C-0007-7974-EE2E-A7AE4291CA33}"/>
              </a:ext>
            </a:extLst>
          </p:cNvPr>
          <p:cNvSpPr/>
          <p:nvPr/>
        </p:nvSpPr>
        <p:spPr>
          <a:xfrm rot="5400000">
            <a:off x="10106500" y="5994254"/>
            <a:ext cx="222257" cy="226463"/>
          </a:xfrm>
          <a:prstGeom prst="rightArrow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801F458-A376-8253-ED05-9DEA5C64AEF0}"/>
              </a:ext>
            </a:extLst>
          </p:cNvPr>
          <p:cNvSpPr txBox="1"/>
          <p:nvPr/>
        </p:nvSpPr>
        <p:spPr>
          <a:xfrm>
            <a:off x="8280214" y="6218614"/>
            <a:ext cx="3874827" cy="4985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3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주차</a:t>
            </a: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 1019(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월</a:t>
            </a: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 17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시 진행 예정</a:t>
            </a: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프워룸</a:t>
            </a: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endParaRPr lang="ko-KR" altLang="en-US" sz="20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711798-01FB-443E-A4EC-DA4F53AE53E4}"/>
              </a:ext>
            </a:extLst>
          </p:cNvPr>
          <p:cNvSpPr txBox="1"/>
          <p:nvPr/>
        </p:nvSpPr>
        <p:spPr>
          <a:xfrm>
            <a:off x="184645" y="526542"/>
            <a:ext cx="9919751" cy="108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본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스터디는 하기 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3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가지 목적으로 진행해왔습니다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앞으로 참여인원이 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0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명이 될 때까지 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+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여력이 될 때까지 주욱 진행할 예정입니다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제가 주도하고 있고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우명균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이진수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최우진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김지호 연구원이 팔로우업해주고 있습니다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</p:txBody>
      </p:sp>
      <p:sp>
        <p:nvSpPr>
          <p:cNvPr id="32" name="슬라이드 번호 개체 틀 31">
            <a:extLst>
              <a:ext uri="{FF2B5EF4-FFF2-40B4-BE49-F238E27FC236}">
                <a16:creationId xmlns:a16="http://schemas.microsoft.com/office/drawing/2014/main" id="{DB2A126E-A1B0-AE68-344C-D3E002A71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773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E4F0137-B726-F5AE-08C4-FE7AC3FD4CE7}"/>
              </a:ext>
            </a:extLst>
          </p:cNvPr>
          <p:cNvSpPr txBox="1"/>
          <p:nvPr/>
        </p:nvSpPr>
        <p:spPr>
          <a:xfrm>
            <a:off x="291610" y="140788"/>
            <a:ext cx="2336858" cy="369332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오늘의 공유 세션 흐름</a:t>
            </a:r>
            <a:endParaRPr lang="en-US" altLang="ko-KR" sz="24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5A02A73-1981-7DE2-1392-A3E31A08ACBD}"/>
              </a:ext>
            </a:extLst>
          </p:cNvPr>
          <p:cNvSpPr txBox="1"/>
          <p:nvPr/>
        </p:nvSpPr>
        <p:spPr>
          <a:xfrm>
            <a:off x="466501" y="1788570"/>
            <a:ext cx="6950299" cy="12680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3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1. GitHub </a:t>
            </a:r>
          </a:p>
          <a:p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	1-1. 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깃헙 협업 </a:t>
            </a: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Flow</a:t>
            </a:r>
          </a:p>
          <a:p>
            <a:pPr lvl="1">
              <a:lnSpc>
                <a:spcPct val="150000"/>
              </a:lnSpc>
            </a:pP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	1-2. 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Awesome TM 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프로젝트 소개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10A644-86A9-F14A-A94D-96C555D5177E}"/>
              </a:ext>
            </a:extLst>
          </p:cNvPr>
          <p:cNvSpPr txBox="1"/>
          <p:nvPr/>
        </p:nvSpPr>
        <p:spPr>
          <a:xfrm>
            <a:off x="466500" y="3161668"/>
            <a:ext cx="7342186" cy="14219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3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2. LangGraph</a:t>
            </a:r>
          </a:p>
          <a:p>
            <a:pPr lvl="1">
              <a:lnSpc>
                <a:spcPct val="150000"/>
              </a:lnSpc>
            </a:pP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	2-1. LangGraph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기본</a:t>
            </a:r>
            <a:endParaRPr lang="en-US" altLang="ko-KR" sz="20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	2-2. 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Graph API</a:t>
            </a:r>
            <a:endParaRPr lang="ko-KR" altLang="en-US" sz="20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C14A5C-4AAC-1440-848E-980752F44348}"/>
              </a:ext>
            </a:extLst>
          </p:cNvPr>
          <p:cNvSpPr txBox="1"/>
          <p:nvPr/>
        </p:nvSpPr>
        <p:spPr>
          <a:xfrm>
            <a:off x="466499" y="4688656"/>
            <a:ext cx="8154987" cy="1421928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ko-KR" sz="3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3. Agentic AI </a:t>
            </a:r>
            <a:r>
              <a:rPr lang="ko-KR" altLang="en-US" sz="3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지식</a:t>
            </a:r>
            <a:endParaRPr lang="en-US" altLang="ko-KR" sz="30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002060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	3-1. Agentic AI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란 무엇인가</a:t>
            </a: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복습</a:t>
            </a: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</a:p>
          <a:p>
            <a:pPr lvl="1">
              <a:lnSpc>
                <a:spcPct val="150000"/>
              </a:lnSpc>
            </a:pPr>
            <a:r>
              <a:rPr lang="en-US" altLang="ko-KR" sz="2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	3-2. Context Engineering</a:t>
            </a:r>
            <a:endParaRPr lang="ko-KR" altLang="en-US" sz="20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A3BB39-20DE-7B96-7DF3-8C57A0DC019D}"/>
              </a:ext>
            </a:extLst>
          </p:cNvPr>
          <p:cNvSpPr txBox="1"/>
          <p:nvPr/>
        </p:nvSpPr>
        <p:spPr>
          <a:xfrm>
            <a:off x="184645" y="526542"/>
            <a:ext cx="10320935" cy="7432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오늘 공유 세션 시간은 아래의 흐름에 따라 진행됩니다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다만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내용이 지금껏 진행해왔던 내용이 꽤나 방대하므로 모두 간단하게 핵심만 설명할 예정입니다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</p:txBody>
      </p:sp>
      <p:sp>
        <p:nvSpPr>
          <p:cNvPr id="37" name="슬라이드 번호 개체 틀 36">
            <a:extLst>
              <a:ext uri="{FF2B5EF4-FFF2-40B4-BE49-F238E27FC236}">
                <a16:creationId xmlns:a16="http://schemas.microsoft.com/office/drawing/2014/main" id="{18201AA6-EE71-6735-BD37-9591F64CA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7766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사각형: 둥근 모서리 32">
            <a:extLst>
              <a:ext uri="{FF2B5EF4-FFF2-40B4-BE49-F238E27FC236}">
                <a16:creationId xmlns:a16="http://schemas.microsoft.com/office/drawing/2014/main" id="{3FE74679-3EFA-B6C7-8187-1C28622FE919}"/>
              </a:ext>
            </a:extLst>
          </p:cNvPr>
          <p:cNvSpPr/>
          <p:nvPr/>
        </p:nvSpPr>
        <p:spPr>
          <a:xfrm>
            <a:off x="626602" y="2299305"/>
            <a:ext cx="5170544" cy="3339683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F0137-B726-F5AE-08C4-FE7AC3FD4CE7}"/>
              </a:ext>
            </a:extLst>
          </p:cNvPr>
          <p:cNvSpPr txBox="1"/>
          <p:nvPr/>
        </p:nvSpPr>
        <p:spPr>
          <a:xfrm>
            <a:off x="291610" y="140788"/>
            <a:ext cx="1230465" cy="369332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스터디 자료</a:t>
            </a:r>
            <a:endParaRPr lang="en-US" altLang="ko-KR" sz="24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A3BB39-20DE-7B96-7DF3-8C57A0DC019D}"/>
              </a:ext>
            </a:extLst>
          </p:cNvPr>
          <p:cNvSpPr txBox="1"/>
          <p:nvPr/>
        </p:nvSpPr>
        <p:spPr>
          <a:xfrm>
            <a:off x="184645" y="526542"/>
            <a:ext cx="10320935" cy="7432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관심이 생기셔서 더 깊게 공부하고 싶으신 분은 스터디 이후 따로 말씀주시거나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하단의 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Notion Page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와 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GitHub Repository Link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를 참고해주십시오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063FCB-2C65-2BDB-B998-3EFAACE9B92E}"/>
              </a:ext>
            </a:extLst>
          </p:cNvPr>
          <p:cNvSpPr txBox="1"/>
          <p:nvPr/>
        </p:nvSpPr>
        <p:spPr>
          <a:xfrm>
            <a:off x="543491" y="5713615"/>
            <a:ext cx="536382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Notion Link: </a:t>
            </a:r>
            <a:r>
              <a:rPr lang="ko-KR" altLang="en-US" sz="1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https://app.notion.com/p/Agentic-AI-Study-In-DDSI-Lab-3c631bc3444c804b8679d87a99cb30c2?source=copy_link</a:t>
            </a:r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D4B2F358-7FEF-4BB2-E5D8-DA7C9143F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5839" y="2363458"/>
            <a:ext cx="1768483" cy="3233916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53234666-32FF-A187-9AE7-890B67BE6F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4323" y="2321844"/>
            <a:ext cx="1756550" cy="1535100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B71D7D16-D368-C1E1-E0CF-EAA525848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3724" y="3931571"/>
            <a:ext cx="1457748" cy="1613330"/>
          </a:xfrm>
          <a:prstGeom prst="rect">
            <a:avLst/>
          </a:prstGeom>
        </p:spPr>
      </p:pic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466A93AE-35B4-2756-9459-AA60FBF877CE}"/>
              </a:ext>
            </a:extLst>
          </p:cNvPr>
          <p:cNvSpPr/>
          <p:nvPr/>
        </p:nvSpPr>
        <p:spPr>
          <a:xfrm>
            <a:off x="400594" y="2064342"/>
            <a:ext cx="1378235" cy="303535"/>
          </a:xfrm>
          <a:prstGeom prst="roundRect">
            <a:avLst>
              <a:gd name="adj" fmla="val 3227"/>
            </a:avLst>
          </a:prstGeom>
          <a:solidFill>
            <a:srgbClr val="002060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2292E74-FB73-1B30-3E29-12C98409C27B}"/>
              </a:ext>
            </a:extLst>
          </p:cNvPr>
          <p:cNvSpPr txBox="1"/>
          <p:nvPr/>
        </p:nvSpPr>
        <p:spPr>
          <a:xfrm>
            <a:off x="417103" y="2086178"/>
            <a:ext cx="134521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Study Notion Page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950A8F6-A641-B5F9-E6EF-DA1BD1996275}"/>
              </a:ext>
            </a:extLst>
          </p:cNvPr>
          <p:cNvSpPr/>
          <p:nvPr/>
        </p:nvSpPr>
        <p:spPr>
          <a:xfrm>
            <a:off x="6432125" y="2321844"/>
            <a:ext cx="5170544" cy="3339683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F9019D-9B1D-AF3E-B1C4-205DE7855623}"/>
              </a:ext>
            </a:extLst>
          </p:cNvPr>
          <p:cNvSpPr txBox="1"/>
          <p:nvPr/>
        </p:nvSpPr>
        <p:spPr>
          <a:xfrm>
            <a:off x="6349014" y="5790559"/>
            <a:ext cx="536382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GitHub Link: https://github.com/PassionChicken-Leesuin/Agentic-AI-Study-for-DDSI-Lab</a:t>
            </a:r>
            <a:endParaRPr lang="ko-KR" altLang="en-US" sz="10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12B08C6-8BAC-2F0E-ED21-3B2917A0D602}"/>
              </a:ext>
            </a:extLst>
          </p:cNvPr>
          <p:cNvSpPr/>
          <p:nvPr/>
        </p:nvSpPr>
        <p:spPr>
          <a:xfrm>
            <a:off x="6206117" y="2086881"/>
            <a:ext cx="1756550" cy="303535"/>
          </a:xfrm>
          <a:prstGeom prst="roundRect">
            <a:avLst>
              <a:gd name="adj" fmla="val 3227"/>
            </a:avLst>
          </a:prstGeom>
          <a:solidFill>
            <a:srgbClr val="002060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D0D1DE-E65E-4257-68B7-407B4777629B}"/>
              </a:ext>
            </a:extLst>
          </p:cNvPr>
          <p:cNvSpPr txBox="1"/>
          <p:nvPr/>
        </p:nvSpPr>
        <p:spPr>
          <a:xfrm>
            <a:off x="6222625" y="2108717"/>
            <a:ext cx="17684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Study GitHub Repository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C1A8C962-DA1D-8F32-4AB3-21B23FB97A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2640" y="2566612"/>
            <a:ext cx="3315609" cy="2914019"/>
          </a:xfrm>
          <a:prstGeom prst="rect">
            <a:avLst/>
          </a:prstGeom>
        </p:spPr>
      </p:pic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72DD080D-CCB8-8232-311B-ED3F6A230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281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8A2E2E1C-D3CD-80C6-DB58-797F36968258}"/>
              </a:ext>
            </a:extLst>
          </p:cNvPr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1A2E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B920E2-3855-EB87-5256-3C2E18C51042}"/>
              </a:ext>
            </a:extLst>
          </p:cNvPr>
          <p:cNvSpPr txBox="1"/>
          <p:nvPr/>
        </p:nvSpPr>
        <p:spPr>
          <a:xfrm>
            <a:off x="7457716" y="4344160"/>
            <a:ext cx="1896543" cy="2589677"/>
          </a:xfrm>
          <a:custGeom>
            <a:avLst/>
            <a:gdLst/>
            <a:ahLst/>
            <a:cxnLst/>
            <a:rect l="l" t="t" r="r" b="b"/>
            <a:pathLst>
              <a:path w="1896543" h="2589677">
                <a:moveTo>
                  <a:pt x="948269" y="0"/>
                </a:moveTo>
                <a:cubicBezTo>
                  <a:pt x="1252623" y="1521"/>
                  <a:pt x="1486338" y="112466"/>
                  <a:pt x="1649414" y="332835"/>
                </a:cubicBezTo>
                <a:cubicBezTo>
                  <a:pt x="1812490" y="553205"/>
                  <a:pt x="1894866" y="873875"/>
                  <a:pt x="1896543" y="1294848"/>
                </a:cubicBezTo>
                <a:cubicBezTo>
                  <a:pt x="1894866" y="1715819"/>
                  <a:pt x="1812490" y="2036487"/>
                  <a:pt x="1649414" y="2256851"/>
                </a:cubicBezTo>
                <a:cubicBezTo>
                  <a:pt x="1486338" y="2477216"/>
                  <a:pt x="1252623" y="2588158"/>
                  <a:pt x="948269" y="2589677"/>
                </a:cubicBezTo>
                <a:cubicBezTo>
                  <a:pt x="643917" y="2588158"/>
                  <a:pt x="410204" y="2477216"/>
                  <a:pt x="247128" y="2256851"/>
                </a:cubicBezTo>
                <a:cubicBezTo>
                  <a:pt x="84053" y="2036487"/>
                  <a:pt x="1677" y="1715819"/>
                  <a:pt x="0" y="1294848"/>
                </a:cubicBezTo>
                <a:cubicBezTo>
                  <a:pt x="1677" y="873875"/>
                  <a:pt x="84053" y="553205"/>
                  <a:pt x="247128" y="332835"/>
                </a:cubicBezTo>
                <a:cubicBezTo>
                  <a:pt x="410204" y="112466"/>
                  <a:pt x="643918" y="1521"/>
                  <a:pt x="948269" y="0"/>
                </a:cubicBezTo>
                <a:close/>
                <a:moveTo>
                  <a:pt x="948269" y="656552"/>
                </a:moveTo>
                <a:cubicBezTo>
                  <a:pt x="865882" y="656931"/>
                  <a:pt x="802858" y="710883"/>
                  <a:pt x="759196" y="818405"/>
                </a:cubicBezTo>
                <a:cubicBezTo>
                  <a:pt x="715535" y="925928"/>
                  <a:pt x="693514" y="1084742"/>
                  <a:pt x="693134" y="1294848"/>
                </a:cubicBezTo>
                <a:cubicBezTo>
                  <a:pt x="693514" y="1504954"/>
                  <a:pt x="715535" y="1663768"/>
                  <a:pt x="759196" y="1771290"/>
                </a:cubicBezTo>
                <a:cubicBezTo>
                  <a:pt x="802858" y="1878813"/>
                  <a:pt x="865882" y="1932764"/>
                  <a:pt x="948269" y="1933144"/>
                </a:cubicBezTo>
                <a:cubicBezTo>
                  <a:pt x="1030657" y="1932764"/>
                  <a:pt x="1093682" y="1878813"/>
                  <a:pt x="1137345" y="1771290"/>
                </a:cubicBezTo>
                <a:cubicBezTo>
                  <a:pt x="1181007" y="1663768"/>
                  <a:pt x="1203029" y="1504954"/>
                  <a:pt x="1203409" y="1294848"/>
                </a:cubicBezTo>
                <a:cubicBezTo>
                  <a:pt x="1203029" y="1084742"/>
                  <a:pt x="1181008" y="925928"/>
                  <a:pt x="1137345" y="818405"/>
                </a:cubicBezTo>
                <a:cubicBezTo>
                  <a:pt x="1093682" y="710883"/>
                  <a:pt x="1030657" y="656931"/>
                  <a:pt x="948269" y="65655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alpha val="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en-US" altLang="ko-KR" sz="287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64172-BFFE-CFD9-D862-7209DA9018D5}"/>
              </a:ext>
            </a:extLst>
          </p:cNvPr>
          <p:cNvSpPr txBox="1"/>
          <p:nvPr/>
        </p:nvSpPr>
        <p:spPr>
          <a:xfrm>
            <a:off x="9355335" y="4343713"/>
            <a:ext cx="1093966" cy="2517172"/>
          </a:xfrm>
          <a:custGeom>
            <a:avLst/>
            <a:gdLst/>
            <a:ahLst/>
            <a:cxnLst/>
            <a:rect l="l" t="t" r="r" b="b"/>
            <a:pathLst>
              <a:path w="1093966" h="2517172">
                <a:moveTo>
                  <a:pt x="1093966" y="0"/>
                </a:moveTo>
                <a:lnTo>
                  <a:pt x="1093966" y="2517172"/>
                </a:lnTo>
                <a:lnTo>
                  <a:pt x="364807" y="2517172"/>
                </a:lnTo>
                <a:lnTo>
                  <a:pt x="364807" y="729615"/>
                </a:lnTo>
                <a:lnTo>
                  <a:pt x="0" y="729615"/>
                </a:lnTo>
                <a:lnTo>
                  <a:pt x="0" y="109443"/>
                </a:lnTo>
                <a:lnTo>
                  <a:pt x="1093966" y="0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alpha val="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en-US" altLang="ko-KR" sz="287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0BA6FF-B9BD-CA78-E5BE-7C5310E21292}"/>
              </a:ext>
            </a:extLst>
          </p:cNvPr>
          <p:cNvSpPr txBox="1"/>
          <p:nvPr/>
        </p:nvSpPr>
        <p:spPr>
          <a:xfrm>
            <a:off x="1250442" y="1222587"/>
            <a:ext cx="2202847" cy="7039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4500" spc="-15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1</a:t>
            </a:r>
            <a:r>
              <a:rPr lang="en-US" altLang="ko-KR" sz="4500" spc="-1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. GitHub</a:t>
            </a:r>
            <a:endParaRPr lang="id-ID" altLang="ko-KR" sz="4500" spc="-1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35F44-7A53-1D5E-D4D1-4CC412F2F2B8}"/>
              </a:ext>
            </a:extLst>
          </p:cNvPr>
          <p:cNvSpPr txBox="1"/>
          <p:nvPr/>
        </p:nvSpPr>
        <p:spPr>
          <a:xfrm>
            <a:off x="1250442" y="545200"/>
            <a:ext cx="3102709" cy="21544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US" altLang="ko-KR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Freesentation 7 Bold" pitchFamily="2" charset="-127"/>
                <a:ea typeface="Freesentation 7 Bold" pitchFamily="2" charset="-127"/>
              </a:rPr>
              <a:t>Agentic AI Study For DDSI Lab 1st Sharing</a:t>
            </a:r>
            <a:endParaRPr lang="en-US" altLang="ko-KR" sz="1400" b="1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002060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12FFE-381D-E259-C419-E49CA2C70BEB}"/>
              </a:ext>
            </a:extLst>
          </p:cNvPr>
          <p:cNvSpPr txBox="1"/>
          <p:nvPr/>
        </p:nvSpPr>
        <p:spPr>
          <a:xfrm>
            <a:off x="1337998" y="2153507"/>
            <a:ext cx="1289584" cy="21544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US" altLang="ko-KR" sz="1400" spc="-3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</a:rPr>
              <a:t>1-1. </a:t>
            </a:r>
            <a:r>
              <a:rPr lang="ko-KR" altLang="en-US" sz="1400" spc="-3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</a:rPr>
              <a:t>깃헙 협업 </a:t>
            </a:r>
            <a:r>
              <a:rPr lang="en-US" altLang="ko-KR" sz="1400" spc="-3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</a:rPr>
              <a:t>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243191-5E39-5BD3-7817-D0B7D449CF09}"/>
              </a:ext>
            </a:extLst>
          </p:cNvPr>
          <p:cNvSpPr txBox="1"/>
          <p:nvPr/>
        </p:nvSpPr>
        <p:spPr>
          <a:xfrm>
            <a:off x="1337998" y="2497719"/>
            <a:ext cx="2214261" cy="21544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US" altLang="ko-KR" sz="1400" spc="-3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</a:rPr>
              <a:t>1-2. Awesome TM </a:t>
            </a:r>
            <a:r>
              <a:rPr lang="ko-KR" altLang="en-US" sz="1400" spc="-3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</a:rPr>
              <a:t>프로젝트 소개</a:t>
            </a:r>
            <a:endParaRPr lang="en-US" altLang="ko-KR" sz="14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5E4AE472-7709-CC8B-6449-B185C90E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0359"/>
            <a:ext cx="2743200" cy="365125"/>
          </a:xfrm>
        </p:spPr>
        <p:txBody>
          <a:bodyPr/>
          <a:lstStyle/>
          <a:p>
            <a:fld id="{F3C6BF89-CFC7-4707-A2D1-00F3D2F7C049}" type="slidenum">
              <a:rPr lang="ko-KR" altLang="en-US" sz="1300" spc="-3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5</a:t>
            </a:fld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 / 43</a:t>
            </a:r>
            <a:endParaRPr lang="ko-KR" altLang="en-US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pic>
        <p:nvPicPr>
          <p:cNvPr id="5" name="Picture 2" descr="정장 - 대학상징 - 대학소개 - 서울대학교">
            <a:extLst>
              <a:ext uri="{FF2B5EF4-FFF2-40B4-BE49-F238E27FC236}">
                <a16:creationId xmlns:a16="http://schemas.microsoft.com/office/drawing/2014/main" id="{1C554B61-1074-F983-5E8E-890061D6B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29" y="241246"/>
            <a:ext cx="758960" cy="78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581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E4F0137-B726-F5AE-08C4-FE7AC3FD4CE7}"/>
              </a:ext>
            </a:extLst>
          </p:cNvPr>
          <p:cNvSpPr txBox="1"/>
          <p:nvPr/>
        </p:nvSpPr>
        <p:spPr>
          <a:xfrm>
            <a:off x="291610" y="140788"/>
            <a:ext cx="228536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1-1. 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깃헙 협업 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Flow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AF7A096-CFBA-2B50-9208-AC1DB352B4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8772"/>
          <a:stretch/>
        </p:blipFill>
        <p:spPr>
          <a:xfrm>
            <a:off x="1128892" y="881845"/>
            <a:ext cx="6582915" cy="2885924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0553A9F8-C162-850E-4A34-F57964850E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2062"/>
          <a:stretch/>
        </p:blipFill>
        <p:spPr>
          <a:xfrm>
            <a:off x="4817706" y="3767769"/>
            <a:ext cx="6582915" cy="2700555"/>
          </a:xfrm>
          <a:prstGeom prst="rect">
            <a:avLst/>
          </a:prstGeom>
        </p:spPr>
      </p:pic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C12836-4C8C-371C-4E84-45E2712F1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508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E4F0137-B726-F5AE-08C4-FE7AC3FD4CE7}"/>
              </a:ext>
            </a:extLst>
          </p:cNvPr>
          <p:cNvSpPr txBox="1"/>
          <p:nvPr/>
        </p:nvSpPr>
        <p:spPr>
          <a:xfrm>
            <a:off x="291610" y="140788"/>
            <a:ext cx="228536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1-1. 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깃헙 협업 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Flow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C4A7B0F-EF10-BB8F-550D-B722A886E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389043"/>
            <a:ext cx="10744200" cy="51816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A1471FA-28CC-E0EF-4AFD-7608064762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086" y="649518"/>
            <a:ext cx="7121960" cy="918962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96C267B-148B-3230-28AD-EA71074F0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248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E4F0137-B726-F5AE-08C4-FE7AC3FD4CE7}"/>
              </a:ext>
            </a:extLst>
          </p:cNvPr>
          <p:cNvSpPr txBox="1"/>
          <p:nvPr/>
        </p:nvSpPr>
        <p:spPr>
          <a:xfrm>
            <a:off x="291610" y="140788"/>
            <a:ext cx="228536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1-1. 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깃헙 협업 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Flow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E820CA-0BA8-7C30-6296-6965F4DA1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120" y="1130182"/>
            <a:ext cx="5524784" cy="459763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7E67C9A-C292-E5CE-D5D5-AFA10807A8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904" y="1277394"/>
            <a:ext cx="5550185" cy="4038808"/>
          </a:xfrm>
          <a:prstGeom prst="rect">
            <a:avLst/>
          </a:prstGeom>
        </p:spPr>
      </p:pic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D4EAEF-5946-BA29-09B6-13F3A409D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3820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5C48BAF6-793D-5DCC-B9AA-3FB5B639AC49}"/>
              </a:ext>
            </a:extLst>
          </p:cNvPr>
          <p:cNvSpPr/>
          <p:nvPr/>
        </p:nvSpPr>
        <p:spPr>
          <a:xfrm>
            <a:off x="1793066" y="3518317"/>
            <a:ext cx="8925733" cy="2933283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F0137-B726-F5AE-08C4-FE7AC3FD4CE7}"/>
              </a:ext>
            </a:extLst>
          </p:cNvPr>
          <p:cNvSpPr txBox="1"/>
          <p:nvPr/>
        </p:nvSpPr>
        <p:spPr>
          <a:xfrm>
            <a:off x="291610" y="140788"/>
            <a:ext cx="3986219" cy="369332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1-2. Awesome TM 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프로젝트 소개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0B12E4-751B-0AC6-81F7-B01E6013A764}"/>
              </a:ext>
            </a:extLst>
          </p:cNvPr>
          <p:cNvSpPr txBox="1"/>
          <p:nvPr/>
        </p:nvSpPr>
        <p:spPr>
          <a:xfrm>
            <a:off x="184645" y="526542"/>
            <a:ext cx="10320935" cy="74328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GitHub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에는 특정 주제의 논문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·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도구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·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자료를 지속적으로 수집하고 정리하는 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Awesome Repository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가 매우 많이 존재합니다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특히 빠르게 발전하는 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LLM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관련 연구를 매주 추적하고 공유하기 위한 목적으로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다양한 분야에서 이러한 레포지토리가 만들어지고 활발히 활용되고 있습니다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C9AAB2-4DAB-57BC-3528-4BA734F8B602}"/>
              </a:ext>
            </a:extLst>
          </p:cNvPr>
          <p:cNvSpPr txBox="1"/>
          <p:nvPr/>
        </p:nvSpPr>
        <p:spPr>
          <a:xfrm>
            <a:off x="493004" y="1269822"/>
            <a:ext cx="1001257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-400050">
              <a:buFont typeface="+mj-lt"/>
              <a:buAutoNum type="romanUcPeriod"/>
            </a:pP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awesome-ai-agent-papers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 — agent engineering, memory, evaluation, workflows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관련 논문 목록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깃헙 스타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1,700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개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</a:p>
          <a:p>
            <a:pPr marL="400050" indent="-400050">
              <a:buFont typeface="+mj-lt"/>
              <a:buAutoNum type="romanUcPeriod"/>
            </a:pP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Awesome-LLM-Agents-Scientific-Discovery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 — biomedical research agents (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깃헙 스타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80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개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5DD7BE-4B87-77FF-552D-5EC6C47C089A}"/>
              </a:ext>
            </a:extLst>
          </p:cNvPr>
          <p:cNvSpPr txBox="1"/>
          <p:nvPr/>
        </p:nvSpPr>
        <p:spPr>
          <a:xfrm>
            <a:off x="184645" y="1731487"/>
            <a:ext cx="11492429" cy="14357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그러나 기술경영 분야에서는 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Agentic AI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와 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LLM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의 활용 가능성에 관한 연구가 빠르게 늘어나고 있는 현 상황에도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관련 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Awesome Repository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는 전무한 실정이었습니다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연구원분들과 함께 논문을 추가하고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이미 등록된 논문을 검토하며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필요하다면 수정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·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삭제하는 과정을 통해 신뢰할 수 있는 문헌 목록을 만들어 가고자 시작한 프로젝트입니다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레포지토리가 꾸준히 관리되고 많은 연구자에게 활용될수록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우리 연구실이 기술경영 분야의 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LLM·Agentic AI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연구를 지속적으로 탐색하고 정리해 왔다는 흔적도 남게 됩니다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깃헙 협업 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Flow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를 익힐 겸 해당 프로젝트에 참여하고 싶으신 분들께서는 스터디 이후 말씀 주십시오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4BC5E68-6717-6DD3-20D2-3003E03A2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3067" y="3628930"/>
            <a:ext cx="8712512" cy="2643005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9B8AFD82-69DB-875A-6262-42E5D88DE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72929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E4F0137-B726-F5AE-08C4-FE7AC3FD4CE7}"/>
              </a:ext>
            </a:extLst>
          </p:cNvPr>
          <p:cNvSpPr txBox="1"/>
          <p:nvPr/>
        </p:nvSpPr>
        <p:spPr>
          <a:xfrm>
            <a:off x="291610" y="140788"/>
            <a:ext cx="3986219" cy="369332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1-2. Awesome TM 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프로젝트 소개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C4FF4C9-649D-D116-56EF-48DFDB859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636" y="723900"/>
            <a:ext cx="3959493" cy="56515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18AC1F2-2007-DC07-2618-ABF9047DD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8361" y="723900"/>
            <a:ext cx="4973839" cy="5651500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B9C8F892-D58D-58CF-A70A-CA88AF3A0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6512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>
            <a:extLst>
              <a:ext uri="{FF2B5EF4-FFF2-40B4-BE49-F238E27FC236}">
                <a16:creationId xmlns:a16="http://schemas.microsoft.com/office/drawing/2014/main" id="{281FD61A-4B03-B4E8-804F-1E80695AAB60}"/>
              </a:ext>
            </a:extLst>
          </p:cNvPr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1A2E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02460E-5F83-AF9C-D56B-CF6C19542EC1}"/>
              </a:ext>
            </a:extLst>
          </p:cNvPr>
          <p:cNvSpPr txBox="1"/>
          <p:nvPr/>
        </p:nvSpPr>
        <p:spPr>
          <a:xfrm>
            <a:off x="7457716" y="4344160"/>
            <a:ext cx="1896543" cy="2589677"/>
          </a:xfrm>
          <a:custGeom>
            <a:avLst/>
            <a:gdLst/>
            <a:ahLst/>
            <a:cxnLst/>
            <a:rect l="l" t="t" r="r" b="b"/>
            <a:pathLst>
              <a:path w="1896543" h="2589677">
                <a:moveTo>
                  <a:pt x="948269" y="0"/>
                </a:moveTo>
                <a:cubicBezTo>
                  <a:pt x="1252623" y="1521"/>
                  <a:pt x="1486338" y="112466"/>
                  <a:pt x="1649414" y="332835"/>
                </a:cubicBezTo>
                <a:cubicBezTo>
                  <a:pt x="1812490" y="553205"/>
                  <a:pt x="1894866" y="873875"/>
                  <a:pt x="1896543" y="1294848"/>
                </a:cubicBezTo>
                <a:cubicBezTo>
                  <a:pt x="1894866" y="1715819"/>
                  <a:pt x="1812490" y="2036487"/>
                  <a:pt x="1649414" y="2256851"/>
                </a:cubicBezTo>
                <a:cubicBezTo>
                  <a:pt x="1486338" y="2477216"/>
                  <a:pt x="1252623" y="2588158"/>
                  <a:pt x="948269" y="2589677"/>
                </a:cubicBezTo>
                <a:cubicBezTo>
                  <a:pt x="643917" y="2588158"/>
                  <a:pt x="410204" y="2477216"/>
                  <a:pt x="247128" y="2256851"/>
                </a:cubicBezTo>
                <a:cubicBezTo>
                  <a:pt x="84053" y="2036487"/>
                  <a:pt x="1677" y="1715819"/>
                  <a:pt x="0" y="1294848"/>
                </a:cubicBezTo>
                <a:cubicBezTo>
                  <a:pt x="1677" y="873875"/>
                  <a:pt x="84053" y="553205"/>
                  <a:pt x="247128" y="332835"/>
                </a:cubicBezTo>
                <a:cubicBezTo>
                  <a:pt x="410204" y="112466"/>
                  <a:pt x="643918" y="1521"/>
                  <a:pt x="948269" y="0"/>
                </a:cubicBezTo>
                <a:close/>
                <a:moveTo>
                  <a:pt x="948269" y="656552"/>
                </a:moveTo>
                <a:cubicBezTo>
                  <a:pt x="865882" y="656931"/>
                  <a:pt x="802858" y="710883"/>
                  <a:pt x="759196" y="818405"/>
                </a:cubicBezTo>
                <a:cubicBezTo>
                  <a:pt x="715535" y="925928"/>
                  <a:pt x="693514" y="1084742"/>
                  <a:pt x="693134" y="1294848"/>
                </a:cubicBezTo>
                <a:cubicBezTo>
                  <a:pt x="693514" y="1504954"/>
                  <a:pt x="715535" y="1663768"/>
                  <a:pt x="759196" y="1771290"/>
                </a:cubicBezTo>
                <a:cubicBezTo>
                  <a:pt x="802858" y="1878813"/>
                  <a:pt x="865882" y="1932764"/>
                  <a:pt x="948269" y="1933144"/>
                </a:cubicBezTo>
                <a:cubicBezTo>
                  <a:pt x="1030657" y="1932764"/>
                  <a:pt x="1093682" y="1878813"/>
                  <a:pt x="1137345" y="1771290"/>
                </a:cubicBezTo>
                <a:cubicBezTo>
                  <a:pt x="1181007" y="1663768"/>
                  <a:pt x="1203029" y="1504954"/>
                  <a:pt x="1203409" y="1294848"/>
                </a:cubicBezTo>
                <a:cubicBezTo>
                  <a:pt x="1203029" y="1084742"/>
                  <a:pt x="1181008" y="925928"/>
                  <a:pt x="1137345" y="818405"/>
                </a:cubicBezTo>
                <a:cubicBezTo>
                  <a:pt x="1093682" y="710883"/>
                  <a:pt x="1030657" y="656931"/>
                  <a:pt x="948269" y="65655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alpha val="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en-US" altLang="ko-KR" sz="287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0BA6FF-B9BD-CA78-E5BE-7C5310E21292}"/>
              </a:ext>
            </a:extLst>
          </p:cNvPr>
          <p:cNvSpPr txBox="1"/>
          <p:nvPr/>
        </p:nvSpPr>
        <p:spPr>
          <a:xfrm>
            <a:off x="1250442" y="1222587"/>
            <a:ext cx="3098605" cy="7039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4500" spc="-1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2. Langrapgh</a:t>
            </a:r>
            <a:endParaRPr lang="id-ID" altLang="ko-KR" sz="4500" spc="-1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35F44-7A53-1D5E-D4D1-4CC412F2F2B8}"/>
              </a:ext>
            </a:extLst>
          </p:cNvPr>
          <p:cNvSpPr txBox="1"/>
          <p:nvPr/>
        </p:nvSpPr>
        <p:spPr>
          <a:xfrm>
            <a:off x="1250442" y="545200"/>
            <a:ext cx="3102709" cy="21544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US" altLang="ko-KR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Freesentation 7 Bold" pitchFamily="2" charset="-127"/>
                <a:ea typeface="Freesentation 7 Bold" pitchFamily="2" charset="-127"/>
              </a:rPr>
              <a:t>Agentic AI Study For DDSI Lab 1st Sharing</a:t>
            </a:r>
            <a:endParaRPr lang="en-US" altLang="ko-KR" sz="1400" b="1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002060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5E4AE472-7709-CC8B-6449-B185C90E1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470359"/>
            <a:ext cx="2743200" cy="365125"/>
          </a:xfrm>
        </p:spPr>
        <p:txBody>
          <a:bodyPr/>
          <a:lstStyle/>
          <a:p>
            <a:fld id="{F3C6BF89-CFC7-4707-A2D1-00F3D2F7C049}" type="slidenum">
              <a:rPr lang="ko-KR" altLang="en-US" sz="1300" spc="-30" smtClean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pPr/>
              <a:t>11</a:t>
            </a:fld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 / 43</a:t>
            </a:r>
            <a:endParaRPr lang="ko-KR" altLang="en-US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pic>
        <p:nvPicPr>
          <p:cNvPr id="5" name="Picture 2" descr="정장 - 대학상징 - 대학소개 - 서울대학교">
            <a:extLst>
              <a:ext uri="{FF2B5EF4-FFF2-40B4-BE49-F238E27FC236}">
                <a16:creationId xmlns:a16="http://schemas.microsoft.com/office/drawing/2014/main" id="{1C554B61-1074-F983-5E8E-890061D6B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29" y="241246"/>
            <a:ext cx="758960" cy="78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9312248-AD49-0038-F152-2C2CE7AF0C42}"/>
              </a:ext>
            </a:extLst>
          </p:cNvPr>
          <p:cNvSpPr txBox="1"/>
          <p:nvPr/>
        </p:nvSpPr>
        <p:spPr>
          <a:xfrm>
            <a:off x="9136450" y="4362399"/>
            <a:ext cx="1531735" cy="2516716"/>
          </a:xfrm>
          <a:custGeom>
            <a:avLst/>
            <a:gdLst/>
            <a:ahLst/>
            <a:cxnLst/>
            <a:rect l="l" t="t" r="r" b="b"/>
            <a:pathLst>
              <a:path w="1531735" h="2516716">
                <a:moveTo>
                  <a:pt x="729615" y="0"/>
                </a:moveTo>
                <a:cubicBezTo>
                  <a:pt x="973599" y="3794"/>
                  <a:pt x="1167446" y="80967"/>
                  <a:pt x="1311157" y="231518"/>
                </a:cubicBezTo>
                <a:cubicBezTo>
                  <a:pt x="1454868" y="382069"/>
                  <a:pt x="1528394" y="583237"/>
                  <a:pt x="1531735" y="835021"/>
                </a:cubicBezTo>
                <a:cubicBezTo>
                  <a:pt x="1527932" y="1003907"/>
                  <a:pt x="1488142" y="1142990"/>
                  <a:pt x="1412368" y="1252270"/>
                </a:cubicBezTo>
                <a:cubicBezTo>
                  <a:pt x="1336592" y="1361549"/>
                  <a:pt x="1247652" y="1464139"/>
                  <a:pt x="1145545" y="1560037"/>
                </a:cubicBezTo>
                <a:cubicBezTo>
                  <a:pt x="1043439" y="1655936"/>
                  <a:pt x="950988" y="1768256"/>
                  <a:pt x="868190" y="1896999"/>
                </a:cubicBezTo>
                <a:lnTo>
                  <a:pt x="1531735" y="1896999"/>
                </a:lnTo>
                <a:lnTo>
                  <a:pt x="1531735" y="2516716"/>
                </a:lnTo>
                <a:lnTo>
                  <a:pt x="0" y="2516716"/>
                </a:lnTo>
                <a:cubicBezTo>
                  <a:pt x="4085" y="2228135"/>
                  <a:pt x="44936" y="1994229"/>
                  <a:pt x="122552" y="1814999"/>
                </a:cubicBezTo>
                <a:cubicBezTo>
                  <a:pt x="200169" y="1635768"/>
                  <a:pt x="290041" y="1492007"/>
                  <a:pt x="392168" y="1383716"/>
                </a:cubicBezTo>
                <a:cubicBezTo>
                  <a:pt x="494295" y="1275424"/>
                  <a:pt x="584167" y="1183396"/>
                  <a:pt x="661783" y="1107632"/>
                </a:cubicBezTo>
                <a:cubicBezTo>
                  <a:pt x="739400" y="1031869"/>
                  <a:pt x="780251" y="953163"/>
                  <a:pt x="784336" y="871515"/>
                </a:cubicBezTo>
                <a:cubicBezTo>
                  <a:pt x="781524" y="752700"/>
                  <a:pt x="719658" y="686566"/>
                  <a:pt x="598740" y="673114"/>
                </a:cubicBezTo>
                <a:cubicBezTo>
                  <a:pt x="477822" y="659663"/>
                  <a:pt x="314722" y="700251"/>
                  <a:pt x="109442" y="794877"/>
                </a:cubicBezTo>
                <a:lnTo>
                  <a:pt x="109442" y="138531"/>
                </a:lnTo>
                <a:cubicBezTo>
                  <a:pt x="203912" y="94480"/>
                  <a:pt x="307730" y="60455"/>
                  <a:pt x="420896" y="36455"/>
                </a:cubicBezTo>
                <a:cubicBezTo>
                  <a:pt x="534062" y="12456"/>
                  <a:pt x="636969" y="304"/>
                  <a:pt x="729615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alpha val="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en-US" altLang="ko-KR" sz="287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412FFE-381D-E259-C419-E49CA2C70BEB}"/>
              </a:ext>
            </a:extLst>
          </p:cNvPr>
          <p:cNvSpPr txBox="1"/>
          <p:nvPr/>
        </p:nvSpPr>
        <p:spPr>
          <a:xfrm>
            <a:off x="1335024" y="2157984"/>
            <a:ext cx="1428596" cy="21544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US" altLang="ko-KR" sz="1400" spc="-3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</a:rPr>
              <a:t>2-1. Langgraph</a:t>
            </a:r>
            <a:r>
              <a:rPr lang="ko-KR" altLang="en-US" sz="1400" spc="-3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</a:rPr>
              <a:t> 기본</a:t>
            </a:r>
            <a:endParaRPr lang="en-US" altLang="ko-KR" sz="1400" spc="-30">
              <a:ln>
                <a:solidFill>
                  <a:schemeClr val="tx1">
                    <a:alpha val="0"/>
                  </a:schemeClr>
                </a:solidFill>
              </a:ln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26412FFE-381D-E259-C419-E49CA2C70BEB}"/>
              </a:ext>
            </a:extLst>
          </p:cNvPr>
          <p:cNvSpPr txBox="1"/>
          <p:nvPr/>
        </p:nvSpPr>
        <p:spPr>
          <a:xfrm>
            <a:off x="1335024" y="2500884"/>
            <a:ext cx="1079463" cy="21544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US" altLang="ko-KR" sz="1400" spc="-3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</a:rPr>
              <a:t>2-2. Graph API</a:t>
            </a:r>
            <a:endParaRPr lang="en-US" altLang="ko-KR" sz="14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7 Bold" pitchFamily="2" charset="-127"/>
              <a:ea typeface="프리젠테이션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05154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30A90520-5197-9323-18B3-661F1F364A80}"/>
              </a:ext>
            </a:extLst>
          </p:cNvPr>
          <p:cNvSpPr/>
          <p:nvPr/>
        </p:nvSpPr>
        <p:spPr>
          <a:xfrm>
            <a:off x="291610" y="734418"/>
            <a:ext cx="5474190" cy="5982794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C9A4237-8223-88B2-2AC9-35142707AD92}"/>
              </a:ext>
            </a:extLst>
          </p:cNvPr>
          <p:cNvSpPr/>
          <p:nvPr/>
        </p:nvSpPr>
        <p:spPr>
          <a:xfrm>
            <a:off x="143427" y="510120"/>
            <a:ext cx="861433" cy="303535"/>
          </a:xfrm>
          <a:prstGeom prst="roundRect">
            <a:avLst>
              <a:gd name="adj" fmla="val 3227"/>
            </a:avLst>
          </a:prstGeom>
          <a:solidFill>
            <a:srgbClr val="002060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5816FA4-0D89-D970-877A-A1FDD3AD2F5E}"/>
              </a:ext>
            </a:extLst>
          </p:cNvPr>
          <p:cNvSpPr txBox="1"/>
          <p:nvPr/>
        </p:nvSpPr>
        <p:spPr>
          <a:xfrm>
            <a:off x="159935" y="531956"/>
            <a:ext cx="844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TypedDict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F0137-B726-F5AE-08C4-FE7AC3FD4CE7}"/>
              </a:ext>
            </a:extLst>
          </p:cNvPr>
          <p:cNvSpPr txBox="1"/>
          <p:nvPr/>
        </p:nvSpPr>
        <p:spPr>
          <a:xfrm>
            <a:off x="291610" y="140788"/>
            <a:ext cx="887371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2-1. LangGraph 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기본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(1)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1</a:t>
            </a:r>
            <a:r>
              <a:rPr lang="ko-KR" altLang="en-US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주차</a:t>
            </a:r>
            <a:r>
              <a:rPr lang="en-US" altLang="ko-KR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_Langgraph</a:t>
            </a:r>
            <a:r>
              <a:rPr lang="ko-KR" altLang="en-US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기본</a:t>
            </a:r>
            <a:r>
              <a:rPr lang="en-US" altLang="ko-KR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/notebooks/01-LangGraph-Introduction.ipynb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D61304-1A70-EFF7-142D-F39E8906578A}"/>
              </a:ext>
            </a:extLst>
          </p:cNvPr>
          <p:cNvSpPr txBox="1"/>
          <p:nvPr/>
        </p:nvSpPr>
        <p:spPr>
          <a:xfrm>
            <a:off x="575162" y="1308497"/>
            <a:ext cx="4940737" cy="10156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TypedDict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는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LangGraph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에서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State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를 선언할 때 가장 자주 사용되는 방식입니다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일반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Dict(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파이썬 딕셔너리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와 달리 타입 검사를 제공하기 때문에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코드 작성시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IDE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나 타입 체커가 오류를 미리 잡아낼 수 있습니다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dict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는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키와 값의 타입을 일반적으로 지정하는 반면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예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 Dict[str, str]), TypedDict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는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각 키에 대해 구체적인 타입을 지정할 수 있습니다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가독성 굿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572DC8E-6967-3E87-170F-7F5A122D7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98" y="2823701"/>
            <a:ext cx="4933501" cy="335036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46CB4E8-F735-7F45-181F-74AC521B1C96}"/>
              </a:ext>
            </a:extLst>
          </p:cNvPr>
          <p:cNvSpPr/>
          <p:nvPr/>
        </p:nvSpPr>
        <p:spPr>
          <a:xfrm>
            <a:off x="6371313" y="734419"/>
            <a:ext cx="5474190" cy="2694582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7202B8D3-DA43-CC01-98D0-91B83016A833}"/>
              </a:ext>
            </a:extLst>
          </p:cNvPr>
          <p:cNvSpPr/>
          <p:nvPr/>
        </p:nvSpPr>
        <p:spPr>
          <a:xfrm>
            <a:off x="5994465" y="510120"/>
            <a:ext cx="861433" cy="303535"/>
          </a:xfrm>
          <a:prstGeom prst="roundRect">
            <a:avLst>
              <a:gd name="adj" fmla="val 3227"/>
            </a:avLst>
          </a:prstGeom>
          <a:solidFill>
            <a:srgbClr val="002060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3D6162C-A579-35C1-7DF3-A15EBBA9F671}"/>
              </a:ext>
            </a:extLst>
          </p:cNvPr>
          <p:cNvSpPr txBox="1"/>
          <p:nvPr/>
        </p:nvSpPr>
        <p:spPr>
          <a:xfrm>
            <a:off x="6010973" y="531956"/>
            <a:ext cx="844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Annotated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244C9CC-6CDD-96A4-CF19-995883D1B34E}"/>
              </a:ext>
            </a:extLst>
          </p:cNvPr>
          <p:cNvSpPr txBox="1"/>
          <p:nvPr/>
        </p:nvSpPr>
        <p:spPr>
          <a:xfrm>
            <a:off x="6565637" y="832683"/>
            <a:ext cx="4933501" cy="138499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`Annotated`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는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Python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의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`typing`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모듈에서 제공하는 특별한 타입 힌트로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기존 타입에 메타데이터를 추가할 수 있게 해줍니다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LangGraph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에서는 상태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(State)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필드에 리듀서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(reducer)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함수를 지정할 때 주로 사용됩니다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b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</a:b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`Annotated`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를 사용하면 타입 힌트에 추가 정보를 포함시킬 수 있어 코드의 가독성을 높이고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더 자세한 타입 정보를 제공할 수 있습니다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아래는 가장 기본적인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`Annotated`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사용 방법입니다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타입 힌트와 함께 문자열 형태의 메타데이터를 추가하여 변수의 의미를 명확히 할 수 있습니다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A91B0F6-8214-DB9E-DB30-ACF6C2AEC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3197" y="2217678"/>
            <a:ext cx="3797495" cy="1124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9D58700D-BA13-C3AE-C547-A6C573F1D17B}"/>
              </a:ext>
            </a:extLst>
          </p:cNvPr>
          <p:cNvSpPr/>
          <p:nvPr/>
        </p:nvSpPr>
        <p:spPr>
          <a:xfrm>
            <a:off x="6371313" y="3523455"/>
            <a:ext cx="5474190" cy="3193757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925BDCA5-6E75-A28C-CBF0-3F0ED01A50E0}"/>
              </a:ext>
            </a:extLst>
          </p:cNvPr>
          <p:cNvSpPr/>
          <p:nvPr/>
        </p:nvSpPr>
        <p:spPr>
          <a:xfrm>
            <a:off x="5994465" y="3299157"/>
            <a:ext cx="861433" cy="303535"/>
          </a:xfrm>
          <a:prstGeom prst="roundRect">
            <a:avLst>
              <a:gd name="adj" fmla="val 3227"/>
            </a:avLst>
          </a:prstGeom>
          <a:solidFill>
            <a:srgbClr val="002060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4D6B64-3E20-AAFD-DBBD-07CE177624B9}"/>
              </a:ext>
            </a:extLst>
          </p:cNvPr>
          <p:cNvSpPr txBox="1"/>
          <p:nvPr/>
        </p:nvSpPr>
        <p:spPr>
          <a:xfrm>
            <a:off x="6010973" y="3320993"/>
            <a:ext cx="844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Reducer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88BB633-63C1-2F1E-EADC-CF242FF0773C}"/>
              </a:ext>
            </a:extLst>
          </p:cNvPr>
          <p:cNvSpPr txBox="1"/>
          <p:nvPr/>
        </p:nvSpPr>
        <p:spPr>
          <a:xfrm>
            <a:off x="6565637" y="3621720"/>
            <a:ext cx="4933501" cy="1754326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LangGraph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에서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`Annotated`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는 상태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(State)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필드에 리듀서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(reducer)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함수를 지정할 때 사용됩니다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리듀서 함수는 상태가 업데이트될 때 기존 값과 새 값을 어떻게 결합할지 정의합니다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`add_messages`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는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LangGraph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에서 가장 많이 사용되는 리듀서로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새로운 메시지를 기존 메시지 리스트에 추가하는 역할을 합니다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이를 통해 대화 기록을 자연스럽게 누적할 수 있습니다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아래 코드에서는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`messages`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필드에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`add_messages`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리듀서를 적용하여 메시지가 자동으로 누적되도록 설정합니다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altLang="ko-KR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6950499-E1CA-A33D-7A80-04A5EAA50A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3197" y="5174532"/>
            <a:ext cx="3733992" cy="14478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1" name="슬라이드 번호 개체 틀 30">
            <a:extLst>
              <a:ext uri="{FF2B5EF4-FFF2-40B4-BE49-F238E27FC236}">
                <a16:creationId xmlns:a16="http://schemas.microsoft.com/office/drawing/2014/main" id="{99A16842-22B4-E10F-D326-48C5FBC02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1970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DAE60A9-8F27-816E-9757-34F387B27490}"/>
              </a:ext>
            </a:extLst>
          </p:cNvPr>
          <p:cNvSpPr/>
          <p:nvPr/>
        </p:nvSpPr>
        <p:spPr>
          <a:xfrm>
            <a:off x="6178305" y="1218578"/>
            <a:ext cx="5474190" cy="5498634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23F9A9E-ADA2-7E94-63FD-815E7D12950A}"/>
              </a:ext>
            </a:extLst>
          </p:cNvPr>
          <p:cNvSpPr/>
          <p:nvPr/>
        </p:nvSpPr>
        <p:spPr>
          <a:xfrm>
            <a:off x="520211" y="1218578"/>
            <a:ext cx="5474190" cy="5498633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F0137-B726-F5AE-08C4-FE7AC3FD4CE7}"/>
              </a:ext>
            </a:extLst>
          </p:cNvPr>
          <p:cNvSpPr txBox="1"/>
          <p:nvPr/>
        </p:nvSpPr>
        <p:spPr>
          <a:xfrm>
            <a:off x="291610" y="140788"/>
            <a:ext cx="857625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2-1. LangGraph 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기본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(2): </a:t>
            </a:r>
            <a:r>
              <a:rPr lang="en-US" altLang="ko-KR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1</a:t>
            </a:r>
            <a:r>
              <a:rPr lang="ko-KR" altLang="en-US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주차</a:t>
            </a:r>
            <a:r>
              <a:rPr lang="en-US" altLang="ko-KR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_Langgraph</a:t>
            </a:r>
            <a:r>
              <a:rPr lang="ko-KR" altLang="en-US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기본</a:t>
            </a:r>
            <a:r>
              <a:rPr lang="en-US" altLang="ko-KR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/notebooks/01-LangGraph-Models.ipynb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9FD860B-5E97-D470-D258-4CDDF6D964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0211" y="1368422"/>
            <a:ext cx="5474190" cy="4898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indent="-28575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이후 </a:t>
            </a: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LangChain으로 LLM을 다루는 기본 방법</a:t>
            </a: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을 배웠습니다.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R="0" lvl="0" indent="-28575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모델은 init_chat_model("openai:gpt-5.4-mini")처럼 provider:model 문자열 하나로 간단히 만들 수 있고,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R="0" lvl="0" indent="-28575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ChatOpenAI 같은 클래스를 직접 쓰면 temperature, max_tokens, timeout, reasoning_effort 같은 옵션을 더 세밀하게 정할 수 있습니다.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R="0" lvl="0" indent="-28575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모델을 호출하는 방법</a:t>
            </a: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은 네 가지입니다.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응답이 다 만들어질 때까지 기다렸다가 한 번에 받는 invoke()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토큰이 생성되는 대로 조각(AIMessageChunk)으로 받는 stream()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이 둘을 비동기로 쓰는 ainvoke()/astream()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여러 요청을 병렬로 한꺼번에 처리하는 batch().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응답은 AIMessage 객체로 오는데, 답변 텍스트는 content에, 토큰 사용량은 usage_metadata에, 모델명이나 종료 사유 같은 제공자 정보는 response_metadata에 들어 있습니다.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3E42D6D-E6E9-CE64-FD4D-64B7B7BAD7A9}"/>
              </a:ext>
            </a:extLst>
          </p:cNvPr>
          <p:cNvSpPr txBox="1"/>
          <p:nvPr/>
        </p:nvSpPr>
        <p:spPr>
          <a:xfrm>
            <a:off x="6197600" y="1368422"/>
            <a:ext cx="5454895" cy="48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기능 면</a:t>
            </a: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에서는 세 가지를 익혔습니다.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bind_tools()로 Pydantic 도구를 연결하면 모델이 직접 답하는 대신 tool_calls에 호출할 도구 이름과 인자를 담아 돌려줍니다(이때 content는 빈 문자열입니다).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with_structured_output()을 쓰면 응답이 정해 둔 스키마를 따르게 할 수 있습니다.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 eaLnBrk="1" hangingPunct="1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MultiModal로 이미지를 넣어 분석할 수 있습니다.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운영에 필요한 것</a:t>
            </a: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으로는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UsageMetadataCallbackHandler로 여러 번 호출한 토큰 사용량을 모델별로 합산하는 법,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config에 run_name·tags·metadata를 넣어 LangSmith에서 실행을 추적하는 법,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logprobs로 모델이 답에 얼마나 확신하는지 확인하는 법도 다뤘습니다. 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08AE590-7EAE-0BE9-6131-FB39DFB9506A}"/>
              </a:ext>
            </a:extLst>
          </p:cNvPr>
          <p:cNvSpPr/>
          <p:nvPr/>
        </p:nvSpPr>
        <p:spPr>
          <a:xfrm>
            <a:off x="416477" y="989965"/>
            <a:ext cx="861433" cy="303535"/>
          </a:xfrm>
          <a:prstGeom prst="roundRect">
            <a:avLst>
              <a:gd name="adj" fmla="val 3227"/>
            </a:avLst>
          </a:prstGeom>
          <a:solidFill>
            <a:srgbClr val="002060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E4F63F-CD0E-7F42-7DB4-BF4C7CF639DB}"/>
              </a:ext>
            </a:extLst>
          </p:cNvPr>
          <p:cNvSpPr txBox="1"/>
          <p:nvPr/>
        </p:nvSpPr>
        <p:spPr>
          <a:xfrm>
            <a:off x="432985" y="1011801"/>
            <a:ext cx="844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Model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호출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5586143-BC41-BE20-A952-29D20173C046}"/>
              </a:ext>
            </a:extLst>
          </p:cNvPr>
          <p:cNvSpPr/>
          <p:nvPr/>
        </p:nvSpPr>
        <p:spPr>
          <a:xfrm>
            <a:off x="6101445" y="1005430"/>
            <a:ext cx="861433" cy="303535"/>
          </a:xfrm>
          <a:prstGeom prst="roundRect">
            <a:avLst>
              <a:gd name="adj" fmla="val 3227"/>
            </a:avLst>
          </a:prstGeom>
          <a:solidFill>
            <a:srgbClr val="002060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AB6F25A-8FCD-BDF4-BE70-26C63ED5FE52}"/>
              </a:ext>
            </a:extLst>
          </p:cNvPr>
          <p:cNvSpPr txBox="1"/>
          <p:nvPr/>
        </p:nvSpPr>
        <p:spPr>
          <a:xfrm>
            <a:off x="6117953" y="1027266"/>
            <a:ext cx="844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기능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&amp;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운영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2CAD4FD4-1524-62E1-5665-9A2FE078A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2522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E0ADF5-2077-73C3-7C2A-A8621E779B37}"/>
              </a:ext>
            </a:extLst>
          </p:cNvPr>
          <p:cNvSpPr/>
          <p:nvPr/>
        </p:nvSpPr>
        <p:spPr>
          <a:xfrm>
            <a:off x="6221687" y="989978"/>
            <a:ext cx="5553837" cy="5727234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BC3B5AFA-2689-C52F-34F9-63B99367BBCA}"/>
              </a:ext>
            </a:extLst>
          </p:cNvPr>
          <p:cNvSpPr/>
          <p:nvPr/>
        </p:nvSpPr>
        <p:spPr>
          <a:xfrm>
            <a:off x="6117953" y="761365"/>
            <a:ext cx="1457597" cy="303535"/>
          </a:xfrm>
          <a:prstGeom prst="roundRect">
            <a:avLst>
              <a:gd name="adj" fmla="val 3227"/>
            </a:avLst>
          </a:prstGeom>
          <a:solidFill>
            <a:srgbClr val="002060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AA7759-4473-852A-F7A2-2BB0E88097B3}"/>
              </a:ext>
            </a:extLst>
          </p:cNvPr>
          <p:cNvSpPr txBox="1"/>
          <p:nvPr/>
        </p:nvSpPr>
        <p:spPr>
          <a:xfrm>
            <a:off x="6134461" y="783201"/>
            <a:ext cx="137123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Memory &amp; HITL 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F0137-B726-F5AE-08C4-FE7AC3FD4CE7}"/>
              </a:ext>
            </a:extLst>
          </p:cNvPr>
          <p:cNvSpPr txBox="1"/>
          <p:nvPr/>
        </p:nvSpPr>
        <p:spPr>
          <a:xfrm>
            <a:off x="291610" y="140788"/>
            <a:ext cx="960756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2-1. LangGraph 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기본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(3): </a:t>
            </a:r>
            <a:r>
              <a:rPr lang="en-US" altLang="ko-KR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1</a:t>
            </a:r>
            <a:r>
              <a:rPr lang="ko-KR" altLang="en-US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주차</a:t>
            </a:r>
            <a:r>
              <a:rPr lang="en-US" altLang="ko-KR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_Langgraph</a:t>
            </a:r>
            <a:r>
              <a:rPr lang="ko-KR" altLang="en-US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기본</a:t>
            </a:r>
            <a:r>
              <a:rPr lang="en-US" altLang="ko-KR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/notebooks/01-QuickStart-LangGraph-Tutorial.ipynb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D94F3227-7180-34E5-2410-D30143436278}"/>
              </a:ext>
            </a:extLst>
          </p:cNvPr>
          <p:cNvSpPr/>
          <p:nvPr/>
        </p:nvSpPr>
        <p:spPr>
          <a:xfrm>
            <a:off x="531893" y="989978"/>
            <a:ext cx="5553837" cy="5727234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655C66B-437C-8FE1-59AA-5CB32800C5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359" y="1028919"/>
            <a:ext cx="5653174" cy="55907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628650" marR="0" lvl="2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이후 </a:t>
            </a: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LangGraph로 챗봇을 처음부터 만들고 기능을 하나씩 붙여 가는 과정을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실습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했습니다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marL="971550" marR="0" lvl="2" indent="-3429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먼저 messages: Annotated[list, add_messages] 형태로 State를 정의합니다.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marR="0" lvl="2" indent="-3429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add_messages 리듀서 덕분에 새 메시지가 기존 목록을 덮어쓰지 않고 뒤에 쌓입니다.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marR="0" lvl="2" indent="-3429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그다음 StateGraph(State)에 add_node()로 LLM을 호출하는 노드를 추가하고, add_edge()로 START → chatbot → END 경로를 연결한 뒤, compile()로 실행 가능한 그래프를 만듭니다.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marR="0" lvl="2" indent="-3429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도구를 붙일 때는 bind_tools()로 LLM에 도구를 연결하고, 도구를 실제로 실행하는 ToolNode를 추가합니다.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marR="0" lvl="2" indent="-3429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이어서 add_conditional_edges("chatbot", tools_condition)을 넣으면 마지막 AI 메시지에 tool_calls가 있을 때는 tools 노드로, 없을 때는 END로 갈림길이 생깁니다.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marR="0" lvl="2" indent="-342900" eaLnBrk="1" fontAlgn="base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여기에 tools → chatbot 엣지를 더하면 chatbot과 tools를 오가는 순환 구조가 완성됩니다.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A4E330AA-99B1-08F0-D813-FFA1A3AFB960}"/>
              </a:ext>
            </a:extLst>
          </p:cNvPr>
          <p:cNvSpPr/>
          <p:nvPr/>
        </p:nvSpPr>
        <p:spPr>
          <a:xfrm>
            <a:off x="416478" y="761365"/>
            <a:ext cx="1207536" cy="303535"/>
          </a:xfrm>
          <a:prstGeom prst="roundRect">
            <a:avLst>
              <a:gd name="adj" fmla="val 3227"/>
            </a:avLst>
          </a:prstGeom>
          <a:solidFill>
            <a:srgbClr val="002060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2377D5-687E-BC2C-ED9E-7C225374759A}"/>
              </a:ext>
            </a:extLst>
          </p:cNvPr>
          <p:cNvSpPr txBox="1"/>
          <p:nvPr/>
        </p:nvSpPr>
        <p:spPr>
          <a:xfrm>
            <a:off x="432985" y="783201"/>
            <a:ext cx="11910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Chatbot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구축 실습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6C9C2F-2AF6-0F9B-F3B4-1A9670661991}"/>
              </a:ext>
            </a:extLst>
          </p:cNvPr>
          <p:cNvSpPr txBox="1"/>
          <p:nvPr/>
        </p:nvSpPr>
        <p:spPr>
          <a:xfrm>
            <a:off x="5647301" y="1082036"/>
            <a:ext cx="6096000" cy="48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28650" lvl="2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메모리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에 대한 개념과 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Human In the Loop 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프리젠테이션 6 SemiBold" pitchFamily="2" charset="-127"/>
                <a:ea typeface="프리젠테이션 6 SemiBold" pitchFamily="2" charset="-127"/>
              </a:rPr>
              <a:t>구축도 실습</a:t>
            </a:r>
            <a:r>
              <a:rPr lang="ko-KR" altLang="en-US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했습니다</a:t>
            </a: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compile(checkpointer=InMemorySaver())로 체크포인터를 연결하면 같은 thread_id 안에서 대화 상태가 저장되어 이어지고,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InMemoryStore를 쓰면 user_id 기준의 장기 기억을 만들 수 있어 스레드가 달라도 사용자 정보가 유지됩니다.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저장된 상태는 get_state()로 확인합니다.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Human-in-the-Loop에서는 도구 안에서 interrupt()를 호출해 그래프를 일시정지하고,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사람의 응답을 Command(resume=...)에 담아 넘기면 멈췄던 지점부터 다시 실행됩니다.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마지막으로 State에 human_feedback 같은 필드를 추가해 상태를 커스터마이징하고,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971550" lvl="2" indent="-34290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도구가 문자열 대신 Command(update=...)를 반환해 상태를 직접 고치는 방법도 익혔습니다. </a:t>
            </a: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1FA786ED-7E49-C102-E20F-2CCC70AD9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991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DAE60A9-8F27-816E-9757-34F387B27490}"/>
              </a:ext>
            </a:extLst>
          </p:cNvPr>
          <p:cNvSpPr/>
          <p:nvPr/>
        </p:nvSpPr>
        <p:spPr>
          <a:xfrm>
            <a:off x="6178305" y="928292"/>
            <a:ext cx="5474190" cy="5788920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23F9A9E-ADA2-7E94-63FD-815E7D12950A}"/>
              </a:ext>
            </a:extLst>
          </p:cNvPr>
          <p:cNvSpPr/>
          <p:nvPr/>
        </p:nvSpPr>
        <p:spPr>
          <a:xfrm>
            <a:off x="520211" y="928292"/>
            <a:ext cx="5474190" cy="5788920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4F0137-B726-F5AE-08C4-FE7AC3FD4CE7}"/>
              </a:ext>
            </a:extLst>
          </p:cNvPr>
          <p:cNvSpPr txBox="1"/>
          <p:nvPr/>
        </p:nvSpPr>
        <p:spPr>
          <a:xfrm>
            <a:off x="291610" y="140788"/>
            <a:ext cx="8868966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2-2. GraphAPI (1): </a:t>
            </a:r>
            <a:r>
              <a:rPr lang="en-US" altLang="ko-KR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2</a:t>
            </a:r>
            <a:r>
              <a:rPr lang="ko-KR" altLang="en-US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주차</a:t>
            </a:r>
            <a:r>
              <a:rPr lang="en-US" altLang="ko-KR" sz="16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_Langgraph_GraphAPI/notebooks/02-LangGraph-Messages.ipynb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908AE590-7EAE-0BE9-6131-FB39DFB9506A}"/>
              </a:ext>
            </a:extLst>
          </p:cNvPr>
          <p:cNvSpPr/>
          <p:nvPr/>
        </p:nvSpPr>
        <p:spPr>
          <a:xfrm>
            <a:off x="416477" y="699679"/>
            <a:ext cx="861433" cy="303535"/>
          </a:xfrm>
          <a:prstGeom prst="roundRect">
            <a:avLst>
              <a:gd name="adj" fmla="val 3227"/>
            </a:avLst>
          </a:prstGeom>
          <a:solidFill>
            <a:srgbClr val="002060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E4F63F-CD0E-7F42-7DB4-BF4C7CF639DB}"/>
              </a:ext>
            </a:extLst>
          </p:cNvPr>
          <p:cNvSpPr txBox="1"/>
          <p:nvPr/>
        </p:nvSpPr>
        <p:spPr>
          <a:xfrm>
            <a:off x="432985" y="721515"/>
            <a:ext cx="844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Messages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B5586143-BC41-BE20-A952-29D20173C046}"/>
              </a:ext>
            </a:extLst>
          </p:cNvPr>
          <p:cNvSpPr/>
          <p:nvPr/>
        </p:nvSpPr>
        <p:spPr>
          <a:xfrm>
            <a:off x="6101445" y="715144"/>
            <a:ext cx="861433" cy="303535"/>
          </a:xfrm>
          <a:prstGeom prst="roundRect">
            <a:avLst>
              <a:gd name="adj" fmla="val 3227"/>
            </a:avLst>
          </a:prstGeom>
          <a:solidFill>
            <a:srgbClr val="002060"/>
          </a:solidFill>
          <a:ln w="19050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 dirty="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4C3741-B99D-C986-3F19-4654E1FC6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471" y="1386499"/>
            <a:ext cx="5340930" cy="45520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LangChain에서 모델과 대화하는 기본 단위인 메시지를 배웠습니다. 메시지는 역할(role), 콘텐츠(content), 메타데이터로 이루어지고, 핵심 유형은 네 가지입니다.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800100" lvl="1" indent="-342900" latinLnBrk="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모델의 역할과 행동 지침을 정하는 SystemMessage,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800100" lvl="1" indent="-342900" latinLnBrk="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사용자 입력인 HumanMessage,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800100" lvl="1" indent="-342900" latinLnBrk="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모델의 응답이자 tool_calls를 담는 AIMessage,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800100" lvl="1" indent="-342900" latinLnBrk="0">
              <a:lnSpc>
                <a:spcPct val="150000"/>
              </a:lnSpc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도구 실행 결과를 모델에 돌려주는 ToolMessage입니다.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모델은 문자열 하나로도 호출할 수 있고(내부에서 HumanMessage로 바뀝니다), 여러 턴의 대화는 메시지 객체 리스트로 넘깁니다.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같은 대화를 {"role": "system"/"user"/"assistant", "content": ...} 형태의 딕셔너리로 써도 됩니다.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메시지에는 name이나 id 같은 메타데이터를 붙여 발신자를 구분하고 메시지를 추적할 수 있습니다.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E6DA23-9FD9-D711-C54F-A9E21EA99660}"/>
              </a:ext>
            </a:extLst>
          </p:cNvPr>
          <p:cNvSpPr txBox="1"/>
          <p:nvPr/>
        </p:nvSpPr>
        <p:spPr>
          <a:xfrm>
            <a:off x="6342743" y="950392"/>
            <a:ext cx="5195786" cy="5590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도구 호출 흐름은 HumanMessage → tool_calls가 담긴 AIMessage → ToolMessage 순서로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marR="0" lvl="0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메시지를 쌓은 뒤 모델에 넘기면, 모델이 도구 결과를 해석해 최종 답을 만듭니다.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marR="0" lvl="0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이때 ToolMessage의 tool_call_id는 해당 AIMessage에 있는 tool_calls의 id와 같아야 합니다.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marR="0" lvl="0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이미지 같은 멀티모달 콘텐츠를 보내는 방법은 두 가지입니다.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800100" lvl="1" indent="-3429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하나는 content=[...]에 제공사(예: OpenAI)의 네이티브 형식을 그대로 넣는 방법인데, 모델을 바꾸면 메시지 코드도 고쳐야 합니다.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800100" lvl="1" indent="-34290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다른 하나는 content_blocks=[...]에 LangChain 표준 블록({"type": "image", "url": ...})을 쓰는 방법으로, 모델을 바꿔도 코드가 그대로 동작하고 네이티브 형식 메시지도 .content_blocks로 읽으면 표준 형태로 바뀌어 나옵니다. </a:t>
            </a:r>
            <a:endParaRPr lang="en-US" altLang="ko-KR" sz="1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marR="0" lvl="0" indent="-28575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ko-KR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그래서 여러 모델을 오가는 에이전트 시스템에서는 표준 블록을 기본으로 쓰는 편이 안전합니다.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1CC945-BE6C-BD15-3C41-08D70FBFC4D5}"/>
              </a:ext>
            </a:extLst>
          </p:cNvPr>
          <p:cNvSpPr txBox="1"/>
          <p:nvPr/>
        </p:nvSpPr>
        <p:spPr>
          <a:xfrm>
            <a:off x="6117953" y="728411"/>
            <a:ext cx="8449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bg1"/>
                </a:solidFill>
                <a:latin typeface="프리젠테이션 6 SemiBold" pitchFamily="2" charset="-127"/>
                <a:ea typeface="프리젠테이션 6 SemiBold" pitchFamily="2" charset="-127"/>
              </a:rPr>
              <a:t>Tools</a:t>
            </a:r>
            <a:endParaRPr lang="en-US" altLang="ko-KR" sz="12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FBEC911-CF1E-9232-B63E-CAA7311A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63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2B6992D2-E6F3-0EF0-7E78-57A8B4CE4A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233" y="556352"/>
            <a:ext cx="4536280" cy="5745296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60495FD9-9221-8DF3-2104-5629987BE977}"/>
              </a:ext>
            </a:extLst>
          </p:cNvPr>
          <p:cNvSpPr/>
          <p:nvPr/>
        </p:nvSpPr>
        <p:spPr>
          <a:xfrm>
            <a:off x="5476457" y="3236686"/>
            <a:ext cx="1633032" cy="333828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DEF8D872-ED6F-DBBF-1D47-343A4FBF4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9136" y="2721791"/>
            <a:ext cx="1857352" cy="39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sz="1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GitHub Pull Request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F164334-CEF0-A0A4-57FD-5AE054EA0A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9621" y="1966102"/>
            <a:ext cx="2248016" cy="1511378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878822BF-2A33-32CB-FD06-CFE5D8EF4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4222" y="3192703"/>
            <a:ext cx="2324219" cy="1644735"/>
          </a:xfrm>
          <a:prstGeom prst="rect">
            <a:avLst/>
          </a:prstGeom>
        </p:spPr>
      </p:pic>
      <p:sp>
        <p:nvSpPr>
          <p:cNvPr id="20" name="슬라이드 번호 개체 틀 19">
            <a:extLst>
              <a:ext uri="{FF2B5EF4-FFF2-40B4-BE49-F238E27FC236}">
                <a16:creationId xmlns:a16="http://schemas.microsoft.com/office/drawing/2014/main" id="{22EC7C80-9BFB-5529-32B1-9350A317B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8446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3C52F9-D05B-1D04-16F3-A4D91CA5C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46B4982C-AB79-A774-C0D7-E79E3A30CA5B}"/>
              </a:ext>
            </a:extLst>
          </p:cNvPr>
          <p:cNvSpPr/>
          <p:nvPr/>
        </p:nvSpPr>
        <p:spPr>
          <a:xfrm>
            <a:off x="6096001" y="0"/>
            <a:ext cx="6096000" cy="6858000"/>
          </a:xfrm>
          <a:prstGeom prst="rect">
            <a:avLst/>
          </a:prstGeom>
          <a:solidFill>
            <a:srgbClr val="1A2E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523E43-399B-06BB-B831-7D00F8D0FCDC}"/>
              </a:ext>
            </a:extLst>
          </p:cNvPr>
          <p:cNvSpPr txBox="1"/>
          <p:nvPr/>
        </p:nvSpPr>
        <p:spPr>
          <a:xfrm>
            <a:off x="1250442" y="1222587"/>
            <a:ext cx="3948838" cy="70397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altLang="ko-KR" sz="4500" spc="-1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3. Agentic AI </a:t>
            </a:r>
            <a:r>
              <a:rPr lang="ko-KR" altLang="en-US" sz="4500" spc="-1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지식</a:t>
            </a:r>
            <a:endParaRPr lang="id-ID" altLang="ko-KR" sz="4500" spc="-15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BBFF5-2B44-79DB-42D0-CF2EE1B8ABD3}"/>
              </a:ext>
            </a:extLst>
          </p:cNvPr>
          <p:cNvSpPr txBox="1"/>
          <p:nvPr/>
        </p:nvSpPr>
        <p:spPr>
          <a:xfrm>
            <a:off x="1250442" y="545200"/>
            <a:ext cx="3102709" cy="215444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r>
              <a:rPr lang="en-US" altLang="ko-KR" sz="1400" b="1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002060"/>
                </a:solidFill>
                <a:latin typeface="Freesentation 7 Bold" pitchFamily="2" charset="-127"/>
                <a:ea typeface="Freesentation 7 Bold" pitchFamily="2" charset="-127"/>
              </a:rPr>
              <a:t>Agentic AI Study For DDSI Lab 1st Sharing</a:t>
            </a:r>
            <a:endParaRPr lang="en-US" altLang="ko-KR" sz="1400" b="1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002060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  <p:pic>
        <p:nvPicPr>
          <p:cNvPr id="5" name="Picture 2" descr="정장 - 대학상징 - 대학소개 - 서울대학교">
            <a:extLst>
              <a:ext uri="{FF2B5EF4-FFF2-40B4-BE49-F238E27FC236}">
                <a16:creationId xmlns:a16="http://schemas.microsoft.com/office/drawing/2014/main" id="{2664331D-91BC-E2E3-FA46-625ACC47E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529" y="241246"/>
            <a:ext cx="758960" cy="787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669193-8A4F-C1E0-2C23-D3C4296EF864}"/>
              </a:ext>
            </a:extLst>
          </p:cNvPr>
          <p:cNvSpPr txBox="1"/>
          <p:nvPr/>
        </p:nvSpPr>
        <p:spPr>
          <a:xfrm>
            <a:off x="9465870" y="4362400"/>
            <a:ext cx="1531736" cy="2545901"/>
          </a:xfrm>
          <a:custGeom>
            <a:avLst/>
            <a:gdLst/>
            <a:ahLst/>
            <a:cxnLst/>
            <a:rect l="l" t="t" r="r" b="b"/>
            <a:pathLst>
              <a:path w="1531736" h="2545901">
                <a:moveTo>
                  <a:pt x="620173" y="0"/>
                </a:moveTo>
                <a:cubicBezTo>
                  <a:pt x="875262" y="2503"/>
                  <a:pt x="1077928" y="71317"/>
                  <a:pt x="1228172" y="206442"/>
                </a:cubicBezTo>
                <a:cubicBezTo>
                  <a:pt x="1378414" y="341566"/>
                  <a:pt x="1455282" y="527984"/>
                  <a:pt x="1458774" y="765695"/>
                </a:cubicBezTo>
                <a:cubicBezTo>
                  <a:pt x="1458090" y="850087"/>
                  <a:pt x="1438496" y="931285"/>
                  <a:pt x="1399993" y="1009290"/>
                </a:cubicBezTo>
                <a:cubicBezTo>
                  <a:pt x="1361490" y="1087295"/>
                  <a:pt x="1308184" y="1159370"/>
                  <a:pt x="1240077" y="1225514"/>
                </a:cubicBezTo>
                <a:cubicBezTo>
                  <a:pt x="1330385" y="1293863"/>
                  <a:pt x="1401325" y="1372477"/>
                  <a:pt x="1452897" y="1461354"/>
                </a:cubicBezTo>
                <a:cubicBezTo>
                  <a:pt x="1504469" y="1550231"/>
                  <a:pt x="1530748" y="1644354"/>
                  <a:pt x="1531736" y="1743723"/>
                </a:cubicBezTo>
                <a:cubicBezTo>
                  <a:pt x="1527941" y="1982965"/>
                  <a:pt x="1444388" y="2175466"/>
                  <a:pt x="1281076" y="2321227"/>
                </a:cubicBezTo>
                <a:cubicBezTo>
                  <a:pt x="1117764" y="2466988"/>
                  <a:pt x="897463" y="2541879"/>
                  <a:pt x="620173" y="2545901"/>
                </a:cubicBezTo>
                <a:cubicBezTo>
                  <a:pt x="504043" y="2545369"/>
                  <a:pt x="392473" y="2533673"/>
                  <a:pt x="285462" y="2510813"/>
                </a:cubicBezTo>
                <a:cubicBezTo>
                  <a:pt x="178452" y="2487953"/>
                  <a:pt x="83298" y="2457119"/>
                  <a:pt x="0" y="2418310"/>
                </a:cubicBezTo>
                <a:lnTo>
                  <a:pt x="0" y="1743723"/>
                </a:lnTo>
                <a:cubicBezTo>
                  <a:pt x="144235" y="1819121"/>
                  <a:pt x="277322" y="1868577"/>
                  <a:pt x="399262" y="1892089"/>
                </a:cubicBezTo>
                <a:cubicBezTo>
                  <a:pt x="521202" y="1915601"/>
                  <a:pt x="620241" y="1913168"/>
                  <a:pt x="696378" y="1884792"/>
                </a:cubicBezTo>
                <a:cubicBezTo>
                  <a:pt x="772514" y="1856415"/>
                  <a:pt x="813994" y="1802093"/>
                  <a:pt x="820818" y="1721827"/>
                </a:cubicBezTo>
                <a:cubicBezTo>
                  <a:pt x="824386" y="1641161"/>
                  <a:pt x="784409" y="1582619"/>
                  <a:pt x="700884" y="1546201"/>
                </a:cubicBezTo>
                <a:cubicBezTo>
                  <a:pt x="617360" y="1509784"/>
                  <a:pt x="501686" y="1497771"/>
                  <a:pt x="353864" y="1510164"/>
                </a:cubicBezTo>
                <a:lnTo>
                  <a:pt x="353864" y="999254"/>
                </a:lnTo>
                <a:cubicBezTo>
                  <a:pt x="479494" y="1009822"/>
                  <a:pt x="577535" y="996897"/>
                  <a:pt x="647987" y="960480"/>
                </a:cubicBezTo>
                <a:cubicBezTo>
                  <a:pt x="718439" y="924062"/>
                  <a:pt x="751729" y="866433"/>
                  <a:pt x="747856" y="787592"/>
                </a:cubicBezTo>
                <a:cubicBezTo>
                  <a:pt x="741168" y="717053"/>
                  <a:pt x="704282" y="669216"/>
                  <a:pt x="637198" y="644083"/>
                </a:cubicBezTo>
                <a:cubicBezTo>
                  <a:pt x="570114" y="618949"/>
                  <a:pt x="483776" y="616516"/>
                  <a:pt x="378184" y="636786"/>
                </a:cubicBezTo>
                <a:cubicBezTo>
                  <a:pt x="272593" y="657055"/>
                  <a:pt x="158692" y="700025"/>
                  <a:pt x="36481" y="765695"/>
                </a:cubicBezTo>
                <a:lnTo>
                  <a:pt x="36481" y="127591"/>
                </a:lnTo>
                <a:cubicBezTo>
                  <a:pt x="119627" y="88782"/>
                  <a:pt x="211437" y="57948"/>
                  <a:pt x="311911" y="35088"/>
                </a:cubicBezTo>
                <a:cubicBezTo>
                  <a:pt x="412385" y="12228"/>
                  <a:pt x="515139" y="532"/>
                  <a:pt x="620173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alpha val="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en-US" altLang="ko-KR" sz="287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3E85D2-349E-C591-1175-5C4A4ED5A701}"/>
              </a:ext>
            </a:extLst>
          </p:cNvPr>
          <p:cNvSpPr txBox="1"/>
          <p:nvPr/>
        </p:nvSpPr>
        <p:spPr>
          <a:xfrm>
            <a:off x="7457716" y="4344160"/>
            <a:ext cx="1896543" cy="2589677"/>
          </a:xfrm>
          <a:custGeom>
            <a:avLst/>
            <a:gdLst/>
            <a:ahLst/>
            <a:cxnLst/>
            <a:rect l="l" t="t" r="r" b="b"/>
            <a:pathLst>
              <a:path w="1896543" h="2589677">
                <a:moveTo>
                  <a:pt x="948269" y="0"/>
                </a:moveTo>
                <a:cubicBezTo>
                  <a:pt x="1252623" y="1521"/>
                  <a:pt x="1486338" y="112466"/>
                  <a:pt x="1649414" y="332835"/>
                </a:cubicBezTo>
                <a:cubicBezTo>
                  <a:pt x="1812490" y="553205"/>
                  <a:pt x="1894866" y="873875"/>
                  <a:pt x="1896543" y="1294848"/>
                </a:cubicBezTo>
                <a:cubicBezTo>
                  <a:pt x="1894866" y="1715819"/>
                  <a:pt x="1812490" y="2036487"/>
                  <a:pt x="1649414" y="2256851"/>
                </a:cubicBezTo>
                <a:cubicBezTo>
                  <a:pt x="1486338" y="2477216"/>
                  <a:pt x="1252623" y="2588158"/>
                  <a:pt x="948269" y="2589677"/>
                </a:cubicBezTo>
                <a:cubicBezTo>
                  <a:pt x="643917" y="2588158"/>
                  <a:pt x="410204" y="2477216"/>
                  <a:pt x="247128" y="2256851"/>
                </a:cubicBezTo>
                <a:cubicBezTo>
                  <a:pt x="84053" y="2036487"/>
                  <a:pt x="1677" y="1715819"/>
                  <a:pt x="0" y="1294848"/>
                </a:cubicBezTo>
                <a:cubicBezTo>
                  <a:pt x="1677" y="873875"/>
                  <a:pt x="84053" y="553205"/>
                  <a:pt x="247128" y="332835"/>
                </a:cubicBezTo>
                <a:cubicBezTo>
                  <a:pt x="410204" y="112466"/>
                  <a:pt x="643918" y="1521"/>
                  <a:pt x="948269" y="0"/>
                </a:cubicBezTo>
                <a:close/>
                <a:moveTo>
                  <a:pt x="948269" y="656552"/>
                </a:moveTo>
                <a:cubicBezTo>
                  <a:pt x="865882" y="656931"/>
                  <a:pt x="802858" y="710883"/>
                  <a:pt x="759196" y="818405"/>
                </a:cubicBezTo>
                <a:cubicBezTo>
                  <a:pt x="715535" y="925928"/>
                  <a:pt x="693514" y="1084742"/>
                  <a:pt x="693134" y="1294848"/>
                </a:cubicBezTo>
                <a:cubicBezTo>
                  <a:pt x="693514" y="1504954"/>
                  <a:pt x="715535" y="1663768"/>
                  <a:pt x="759196" y="1771290"/>
                </a:cubicBezTo>
                <a:cubicBezTo>
                  <a:pt x="802858" y="1878813"/>
                  <a:pt x="865882" y="1932764"/>
                  <a:pt x="948269" y="1933144"/>
                </a:cubicBezTo>
                <a:cubicBezTo>
                  <a:pt x="1030657" y="1932764"/>
                  <a:pt x="1093682" y="1878813"/>
                  <a:pt x="1137345" y="1771290"/>
                </a:cubicBezTo>
                <a:cubicBezTo>
                  <a:pt x="1181007" y="1663768"/>
                  <a:pt x="1203029" y="1504954"/>
                  <a:pt x="1203409" y="1294848"/>
                </a:cubicBezTo>
                <a:cubicBezTo>
                  <a:pt x="1203029" y="1084742"/>
                  <a:pt x="1181008" y="925928"/>
                  <a:pt x="1137345" y="818405"/>
                </a:cubicBezTo>
                <a:cubicBezTo>
                  <a:pt x="1093682" y="710883"/>
                  <a:pt x="1030657" y="656931"/>
                  <a:pt x="948269" y="656552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>
                <a:alpha val="0"/>
              </a:schemeClr>
            </a:solidFill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endParaRPr lang="en-US" altLang="ko-KR" sz="287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bg1"/>
              </a:solidFill>
              <a:latin typeface="프리젠테이션 4 Regular" pitchFamily="2" charset="-127"/>
              <a:ea typeface="프리젠테이션 4 Regular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8" name="슬라이드 번호 개체 틀 12">
            <a:extLst>
              <a:ext uri="{FF2B5EF4-FFF2-40B4-BE49-F238E27FC236}">
                <a16:creationId xmlns:a16="http://schemas.microsoft.com/office/drawing/2014/main" id="{FE1253FF-AC8A-204F-A69B-B7FA820C2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94357" y="452287"/>
            <a:ext cx="2743200" cy="365125"/>
          </a:xfrm>
        </p:spPr>
        <p:txBody>
          <a:bodyPr/>
          <a:lstStyle/>
          <a:p>
            <a:fld id="{F3C6BF89-CFC7-4707-A2D1-00F3D2F7C049}" type="slidenum">
              <a:rPr lang="ko-KR" altLang="en-US" sz="1600" b="1" smtClean="0">
                <a:solidFill>
                  <a:schemeClr val="bg1"/>
                </a:solidFill>
                <a:latin typeface="Freesentation 7 Bold" pitchFamily="2" charset="-127"/>
                <a:ea typeface="Freesentation 7 Bold" pitchFamily="2" charset="-127"/>
              </a:rPr>
              <a:pPr/>
              <a:t>17</a:t>
            </a:fld>
            <a:r>
              <a:rPr lang="en-US" altLang="ko-KR" sz="1600" b="1" dirty="0">
                <a:solidFill>
                  <a:schemeClr val="bg1"/>
                </a:solidFill>
                <a:latin typeface="Freesentation 7 Bold" pitchFamily="2" charset="-127"/>
                <a:ea typeface="Freesentation 7 Bold" pitchFamily="2" charset="-127"/>
              </a:rPr>
              <a:t> / 43</a:t>
            </a:r>
            <a:endParaRPr lang="ko-KR" altLang="en-US" sz="1600" b="1" dirty="0">
              <a:solidFill>
                <a:schemeClr val="bg1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E94ADE-A3CD-CC79-C7C7-DA22713612BD}"/>
              </a:ext>
            </a:extLst>
          </p:cNvPr>
          <p:cNvSpPr txBox="1"/>
          <p:nvPr/>
        </p:nvSpPr>
        <p:spPr>
          <a:xfrm>
            <a:off x="1335024" y="2157984"/>
            <a:ext cx="4754880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r>
              <a:rPr lang="en-US" altLang="ko-KR" sz="1400" spc="-3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</a:rPr>
              <a:t>3-1. Agentic AI</a:t>
            </a:r>
            <a:r>
              <a:rPr lang="ko-KR" altLang="en-US" sz="1400" spc="-3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</a:rPr>
              <a:t>란 무엇인가</a:t>
            </a:r>
            <a:endParaRPr lang="en-US" altLang="ko-KR" sz="1400" spc="-30">
              <a:ln>
                <a:solidFill>
                  <a:schemeClr val="tx1">
                    <a:alpha val="0"/>
                  </a:schemeClr>
                </a:solidFill>
              </a:ln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DCE94ADE-A3CD-CC79-C7C7-DA22713612BD}"/>
              </a:ext>
            </a:extLst>
          </p:cNvPr>
          <p:cNvSpPr txBox="1"/>
          <p:nvPr/>
        </p:nvSpPr>
        <p:spPr>
          <a:xfrm>
            <a:off x="1335024" y="2500884"/>
            <a:ext cx="4754880" cy="215444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algn="l"/>
            <a:r>
              <a:rPr lang="en-US" altLang="ko-KR" sz="1400" spc="-30">
                <a:ln>
                  <a:solidFill>
                    <a:schemeClr val="tx1">
                      <a:alpha val="0"/>
                    </a:schemeClr>
                  </a:solidFill>
                </a:ln>
                <a:latin typeface="프리젠테이션 7 Bold" pitchFamily="2" charset="-127"/>
                <a:ea typeface="프리젠테이션 7 Bold" pitchFamily="2" charset="-127"/>
              </a:rPr>
              <a:t>3-2. Context Engineering</a:t>
            </a:r>
            <a:endParaRPr lang="en-US" altLang="ko-KR" sz="1400" spc="-30" dirty="0">
              <a:ln>
                <a:solidFill>
                  <a:schemeClr val="tx1">
                    <a:alpha val="0"/>
                  </a:schemeClr>
                </a:solidFill>
              </a:ln>
              <a:latin typeface="프리젠테이션 7 Bold" pitchFamily="2" charset="-127"/>
              <a:ea typeface="프리젠테이션 7 Bold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67704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E4F0137-B726-F5AE-08C4-FE7AC3FD4CE7}"/>
              </a:ext>
            </a:extLst>
          </p:cNvPr>
          <p:cNvSpPr txBox="1"/>
          <p:nvPr/>
        </p:nvSpPr>
        <p:spPr>
          <a:xfrm>
            <a:off x="291610" y="140788"/>
            <a:ext cx="360848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3-1. Agentic AI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란 무엇인가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(1)</a:t>
            </a:r>
            <a:endParaRPr lang="en-US" altLang="ko-KR" sz="16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FF2D6AA8-B0E4-A3C7-345D-58EA8CDDE28F}"/>
              </a:ext>
            </a:extLst>
          </p:cNvPr>
          <p:cNvSpPr/>
          <p:nvPr/>
        </p:nvSpPr>
        <p:spPr>
          <a:xfrm>
            <a:off x="1084265" y="2329583"/>
            <a:ext cx="1201814" cy="1087588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C01468-94CC-44CA-BB97-32B4D13A8344}"/>
              </a:ext>
            </a:extLst>
          </p:cNvPr>
          <p:cNvSpPr txBox="1"/>
          <p:nvPr/>
        </p:nvSpPr>
        <p:spPr>
          <a:xfrm>
            <a:off x="1171933" y="2634850"/>
            <a:ext cx="10264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  <a:cs typeface="Pretendard Black" panose="02000A03000000020004" pitchFamily="50" charset="-127"/>
              </a:rPr>
              <a:t>Agent</a:t>
            </a:r>
            <a:endParaRPr lang="ko-KR" altLang="en-US" sz="250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5EC253C-6339-E0F5-BA00-CAC9C78BA79D}"/>
              </a:ext>
            </a:extLst>
          </p:cNvPr>
          <p:cNvSpPr/>
          <p:nvPr/>
        </p:nvSpPr>
        <p:spPr>
          <a:xfrm>
            <a:off x="7101916" y="2329583"/>
            <a:ext cx="1201814" cy="1087588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6488C1-26A6-6206-51A9-4C925ECE1A10}"/>
              </a:ext>
            </a:extLst>
          </p:cNvPr>
          <p:cNvSpPr txBox="1"/>
          <p:nvPr/>
        </p:nvSpPr>
        <p:spPr>
          <a:xfrm>
            <a:off x="7290393" y="2634850"/>
            <a:ext cx="8248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</a:rPr>
              <a:t>LLM</a:t>
            </a:r>
            <a:endParaRPr lang="ko-KR" altLang="en-US" sz="250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04E4907C-7B9F-DA8B-874E-12719B2FF102}"/>
              </a:ext>
            </a:extLst>
          </p:cNvPr>
          <p:cNvSpPr/>
          <p:nvPr/>
        </p:nvSpPr>
        <p:spPr>
          <a:xfrm>
            <a:off x="4365000" y="2329583"/>
            <a:ext cx="1376012" cy="1087588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B7DF77-942A-5C6F-9AA4-982F9BE2484D}"/>
              </a:ext>
            </a:extLst>
          </p:cNvPr>
          <p:cNvSpPr txBox="1"/>
          <p:nvPr/>
        </p:nvSpPr>
        <p:spPr>
          <a:xfrm>
            <a:off x="4365000" y="2634850"/>
            <a:ext cx="137601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</a:rPr>
              <a:t>Context</a:t>
            </a:r>
            <a:endParaRPr lang="ko-KR" altLang="en-US" sz="250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92673DC-6D70-DB7C-49A8-E74C79C96E97}"/>
              </a:ext>
            </a:extLst>
          </p:cNvPr>
          <p:cNvSpPr/>
          <p:nvPr/>
        </p:nvSpPr>
        <p:spPr>
          <a:xfrm>
            <a:off x="9403239" y="2329583"/>
            <a:ext cx="1201814" cy="1087588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B7FA65-A877-1923-5642-1B37ADAA7437}"/>
              </a:ext>
            </a:extLst>
          </p:cNvPr>
          <p:cNvSpPr txBox="1"/>
          <p:nvPr/>
        </p:nvSpPr>
        <p:spPr>
          <a:xfrm>
            <a:off x="9591716" y="2634850"/>
            <a:ext cx="8248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</a:rPr>
              <a:t>Tool</a:t>
            </a:r>
            <a:endParaRPr lang="ko-KR" altLang="en-US" sz="2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6" name="같음 기호 15">
            <a:extLst>
              <a:ext uri="{FF2B5EF4-FFF2-40B4-BE49-F238E27FC236}">
                <a16:creationId xmlns:a16="http://schemas.microsoft.com/office/drawing/2014/main" id="{B2F147EB-8A41-35D6-DD70-B24B69105E56}"/>
              </a:ext>
            </a:extLst>
          </p:cNvPr>
          <p:cNvSpPr/>
          <p:nvPr/>
        </p:nvSpPr>
        <p:spPr>
          <a:xfrm>
            <a:off x="3101694" y="2548152"/>
            <a:ext cx="797132" cy="650450"/>
          </a:xfrm>
          <a:prstGeom prst="mathEqual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1" name="더하기 기호 20">
            <a:extLst>
              <a:ext uri="{FF2B5EF4-FFF2-40B4-BE49-F238E27FC236}">
                <a16:creationId xmlns:a16="http://schemas.microsoft.com/office/drawing/2014/main" id="{0CAC2644-01B1-6299-87AF-B49EA8E54020}"/>
              </a:ext>
            </a:extLst>
          </p:cNvPr>
          <p:cNvSpPr/>
          <p:nvPr/>
        </p:nvSpPr>
        <p:spPr>
          <a:xfrm>
            <a:off x="6207187" y="2628929"/>
            <a:ext cx="445741" cy="445741"/>
          </a:xfrm>
          <a:prstGeom prst="mathPlus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더하기 기호 21">
            <a:extLst>
              <a:ext uri="{FF2B5EF4-FFF2-40B4-BE49-F238E27FC236}">
                <a16:creationId xmlns:a16="http://schemas.microsoft.com/office/drawing/2014/main" id="{22E12084-FE22-E621-7FD3-851CDD0972D8}"/>
              </a:ext>
            </a:extLst>
          </p:cNvPr>
          <p:cNvSpPr/>
          <p:nvPr/>
        </p:nvSpPr>
        <p:spPr>
          <a:xfrm>
            <a:off x="8664252" y="2628928"/>
            <a:ext cx="445741" cy="445741"/>
          </a:xfrm>
          <a:prstGeom prst="mathPlus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Rectangle 1">
            <a:extLst>
              <a:ext uri="{FF2B5EF4-FFF2-40B4-BE49-F238E27FC236}">
                <a16:creationId xmlns:a16="http://schemas.microsoft.com/office/drawing/2014/main" id="{C23CD3A4-C39C-BB15-99C4-2614AD7AD7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936146"/>
            <a:ext cx="5968953" cy="11355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algn="ctr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Context includes </a:t>
            </a: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Freesentation 7 Bold" pitchFamily="2" charset="-127"/>
                <a:ea typeface="Freesentation 7 Bold" pitchFamily="2" charset="-127"/>
              </a:rPr>
              <a:t>more than the text input</a:t>
            </a: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:</a:t>
            </a:r>
          </a:p>
          <a:p>
            <a:pPr marR="0" lvl="0" indent="0" algn="ctr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 it covers the environment, user memory, domain knowledge, the agent’s state, and task progress. And </a:t>
            </a: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Freesentation 7 Bold" pitchFamily="2" charset="-127"/>
                <a:ea typeface="Freesentation 7 Bold" pitchFamily="2" charset="-127"/>
              </a:rPr>
              <a:t>RAG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EC856D-F8CD-EBC7-6CDB-CBEA70C6F0AD}"/>
              </a:ext>
            </a:extLst>
          </p:cNvPr>
          <p:cNvSpPr txBox="1"/>
          <p:nvPr/>
        </p:nvSpPr>
        <p:spPr>
          <a:xfrm>
            <a:off x="5168853" y="772077"/>
            <a:ext cx="6815640" cy="77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ctr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LLM capability comes from </a:t>
            </a: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Freesentation 7 Bold" pitchFamily="2" charset="-127"/>
                <a:ea typeface="Freesentation 7 Bold" pitchFamily="2" charset="-127"/>
              </a:rPr>
              <a:t>pretrained</a:t>
            </a: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 world knowledge and language ability, plus decision strategies learned through </a:t>
            </a: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Freesentation 7 Bold" pitchFamily="2" charset="-127"/>
                <a:ea typeface="Freesentation 7 Bold" pitchFamily="2" charset="-127"/>
              </a:rPr>
              <a:t>post-training.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A112E86-63EE-DACB-898D-101EB0EAD245}"/>
              </a:ext>
            </a:extLst>
          </p:cNvPr>
          <p:cNvCxnSpPr/>
          <p:nvPr/>
        </p:nvCxnSpPr>
        <p:spPr>
          <a:xfrm flipH="1">
            <a:off x="7869693" y="1548123"/>
            <a:ext cx="245560" cy="58425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9C7AF0B6-C1DD-109A-24ED-9A4C37B3C224}"/>
              </a:ext>
            </a:extLst>
          </p:cNvPr>
          <p:cNvSpPr txBox="1"/>
          <p:nvPr/>
        </p:nvSpPr>
        <p:spPr>
          <a:xfrm>
            <a:off x="5888493" y="4714570"/>
            <a:ext cx="6096000" cy="14962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Tools include </a:t>
            </a: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Freesentation 7 Bold" pitchFamily="2" charset="-127"/>
                <a:ea typeface="Freesentation 7 Bold" pitchFamily="2" charset="-127"/>
              </a:rPr>
              <a:t>more than callable APIs</a:t>
            </a: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: predefined tool calls, on-demand skills, code generation, </a:t>
            </a:r>
          </a:p>
          <a:p>
            <a:pPr algn="ctr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delegating to </a:t>
            </a: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Freesentation 7 Bold" pitchFamily="2" charset="-127"/>
                <a:ea typeface="Freesentation 7 Bold" pitchFamily="2" charset="-127"/>
              </a:rPr>
              <a:t>sub-agents</a:t>
            </a:r>
            <a:r>
              <a:rPr lang="en-US" altLang="ko-KR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, asking users for help, and responding to external events.</a:t>
            </a:r>
            <a:endParaRPr lang="ko-KR" altLang="ko-KR" b="1" spc="-50">
              <a:ln>
                <a:solidFill>
                  <a:schemeClr val="tx1">
                    <a:alpha val="0"/>
                  </a:schemeClr>
                </a:solidFill>
              </a:ln>
              <a:latin typeface="Freesentation 7 Bold" pitchFamily="2" charset="-127"/>
              <a:ea typeface="Freesentation 7 Bold" pitchFamily="2" charset="-127"/>
            </a:endParaRPr>
          </a:p>
        </p:txBody>
      </p: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05F62F01-4CB0-9D5C-36F4-7EA901BB1EFA}"/>
              </a:ext>
            </a:extLst>
          </p:cNvPr>
          <p:cNvCxnSpPr>
            <a:cxnSpLocks/>
          </p:cNvCxnSpPr>
          <p:nvPr/>
        </p:nvCxnSpPr>
        <p:spPr>
          <a:xfrm flipV="1">
            <a:off x="9109993" y="3602493"/>
            <a:ext cx="481723" cy="1112076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C5A43DBC-A6FF-CCA5-EF16-3D9381C0C332}"/>
              </a:ext>
            </a:extLst>
          </p:cNvPr>
          <p:cNvCxnSpPr>
            <a:cxnSpLocks/>
          </p:cNvCxnSpPr>
          <p:nvPr/>
        </p:nvCxnSpPr>
        <p:spPr>
          <a:xfrm flipV="1">
            <a:off x="4504193" y="3602493"/>
            <a:ext cx="204946" cy="333653"/>
          </a:xfrm>
          <a:prstGeom prst="straightConnector1">
            <a:avLst/>
          </a:prstGeom>
          <a:ln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슬라이드 번호 개체 틀 34">
            <a:extLst>
              <a:ext uri="{FF2B5EF4-FFF2-40B4-BE49-F238E27FC236}">
                <a16:creationId xmlns:a16="http://schemas.microsoft.com/office/drawing/2014/main" id="{59F27F1A-7ED7-6A80-BD11-96D151E49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4669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7DF09608-FECC-5389-869D-95000CFB4E88}"/>
              </a:ext>
            </a:extLst>
          </p:cNvPr>
          <p:cNvSpPr/>
          <p:nvPr/>
        </p:nvSpPr>
        <p:spPr>
          <a:xfrm>
            <a:off x="1291772" y="959207"/>
            <a:ext cx="1201814" cy="1087588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576EA6-1E04-FE19-AAF4-5957C5DCA830}"/>
              </a:ext>
            </a:extLst>
          </p:cNvPr>
          <p:cNvSpPr txBox="1"/>
          <p:nvPr/>
        </p:nvSpPr>
        <p:spPr>
          <a:xfrm>
            <a:off x="1379440" y="1264474"/>
            <a:ext cx="1026477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  <a:cs typeface="Pretendard Black" panose="02000A03000000020004" pitchFamily="50" charset="-127"/>
              </a:rPr>
              <a:t>Agent</a:t>
            </a:r>
            <a:endParaRPr lang="ko-KR" altLang="en-US" sz="250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6AAEDA2B-44A6-A08B-9550-258033FD3EF6}"/>
              </a:ext>
            </a:extLst>
          </p:cNvPr>
          <p:cNvSpPr/>
          <p:nvPr/>
        </p:nvSpPr>
        <p:spPr>
          <a:xfrm>
            <a:off x="7309423" y="959207"/>
            <a:ext cx="1201814" cy="1087588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63E2D3-A64F-4EB0-F0B5-2E322ABA57EF}"/>
              </a:ext>
            </a:extLst>
          </p:cNvPr>
          <p:cNvSpPr txBox="1"/>
          <p:nvPr/>
        </p:nvSpPr>
        <p:spPr>
          <a:xfrm>
            <a:off x="7497900" y="1264474"/>
            <a:ext cx="8248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</a:rPr>
              <a:t>LLM</a:t>
            </a:r>
            <a:endParaRPr lang="ko-KR" altLang="en-US" sz="250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1CEE6658-4374-C3A2-C822-BA51044221D7}"/>
              </a:ext>
            </a:extLst>
          </p:cNvPr>
          <p:cNvSpPr/>
          <p:nvPr/>
        </p:nvSpPr>
        <p:spPr>
          <a:xfrm>
            <a:off x="4572507" y="959207"/>
            <a:ext cx="1376012" cy="1087588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2F246-D708-77FE-91D8-184D8F99655C}"/>
              </a:ext>
            </a:extLst>
          </p:cNvPr>
          <p:cNvSpPr txBox="1"/>
          <p:nvPr/>
        </p:nvSpPr>
        <p:spPr>
          <a:xfrm>
            <a:off x="4572507" y="1264474"/>
            <a:ext cx="137601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</a:rPr>
              <a:t>Context</a:t>
            </a:r>
            <a:endParaRPr lang="ko-KR" altLang="en-US" sz="250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F8E45DE7-F880-489B-9EE8-E1A55514554A}"/>
              </a:ext>
            </a:extLst>
          </p:cNvPr>
          <p:cNvSpPr/>
          <p:nvPr/>
        </p:nvSpPr>
        <p:spPr>
          <a:xfrm>
            <a:off x="9610746" y="959207"/>
            <a:ext cx="1201814" cy="1087588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7C8BC7-699D-070D-FD09-79F2551D739F}"/>
              </a:ext>
            </a:extLst>
          </p:cNvPr>
          <p:cNvSpPr txBox="1"/>
          <p:nvPr/>
        </p:nvSpPr>
        <p:spPr>
          <a:xfrm>
            <a:off x="9799223" y="1264474"/>
            <a:ext cx="8248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5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6 SemiBold" pitchFamily="2" charset="-127"/>
                <a:ea typeface="프리젠테이션 6 SemiBold" pitchFamily="2" charset="-127"/>
              </a:rPr>
              <a:t>Tool</a:t>
            </a:r>
            <a:endParaRPr lang="ko-KR" altLang="en-US" sz="25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0" name="같음 기호 9">
            <a:extLst>
              <a:ext uri="{FF2B5EF4-FFF2-40B4-BE49-F238E27FC236}">
                <a16:creationId xmlns:a16="http://schemas.microsoft.com/office/drawing/2014/main" id="{9669F6A7-0CD5-7D64-901F-E07B96B6535F}"/>
              </a:ext>
            </a:extLst>
          </p:cNvPr>
          <p:cNvSpPr/>
          <p:nvPr/>
        </p:nvSpPr>
        <p:spPr>
          <a:xfrm>
            <a:off x="3309201" y="1177776"/>
            <a:ext cx="797132" cy="650450"/>
          </a:xfrm>
          <a:prstGeom prst="mathEqual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1" name="더하기 기호 10">
            <a:extLst>
              <a:ext uri="{FF2B5EF4-FFF2-40B4-BE49-F238E27FC236}">
                <a16:creationId xmlns:a16="http://schemas.microsoft.com/office/drawing/2014/main" id="{1CA81062-F8B5-BC94-9530-C9D837709130}"/>
              </a:ext>
            </a:extLst>
          </p:cNvPr>
          <p:cNvSpPr/>
          <p:nvPr/>
        </p:nvSpPr>
        <p:spPr>
          <a:xfrm>
            <a:off x="6414694" y="1258553"/>
            <a:ext cx="445741" cy="445741"/>
          </a:xfrm>
          <a:prstGeom prst="mathPlus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더하기 기호 11">
            <a:extLst>
              <a:ext uri="{FF2B5EF4-FFF2-40B4-BE49-F238E27FC236}">
                <a16:creationId xmlns:a16="http://schemas.microsoft.com/office/drawing/2014/main" id="{8C3553F8-96B4-84B5-7133-6B8678F36E15}"/>
              </a:ext>
            </a:extLst>
          </p:cNvPr>
          <p:cNvSpPr/>
          <p:nvPr/>
        </p:nvSpPr>
        <p:spPr>
          <a:xfrm>
            <a:off x="8871759" y="1258552"/>
            <a:ext cx="445741" cy="445741"/>
          </a:xfrm>
          <a:prstGeom prst="mathPlus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DA1400-84B8-5192-0C0C-3CFE25EE9E2F}"/>
              </a:ext>
            </a:extLst>
          </p:cNvPr>
          <p:cNvSpPr txBox="1"/>
          <p:nvPr/>
        </p:nvSpPr>
        <p:spPr>
          <a:xfrm>
            <a:off x="243591" y="227434"/>
            <a:ext cx="3608488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3-1. Agentic AI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란 무엇인가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(2)</a:t>
            </a:r>
            <a:endParaRPr lang="en-US" altLang="ko-KR" sz="16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pic>
        <p:nvPicPr>
          <p:cNvPr id="2050" name="Picture 2" descr="직장인 상위 1%의 AI 에이전트 서비스, Manus 정말 한 번 써보면 다시는 다른 AI로 돌아가지 못합니다. 슬라이드, 웹사이트,  시각화, 리서치, 문서작업 등 필수적인 AI 올인원 서비스입니다. Manus의 미친 기능과 활용법을 모았습니다. 🧵">
            <a:extLst>
              <a:ext uri="{FF2B5EF4-FFF2-40B4-BE49-F238E27FC236}">
                <a16:creationId xmlns:a16="http://schemas.microsoft.com/office/drawing/2014/main" id="{7D73B52A-881F-77B0-09E1-1F80011C4A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994" y="2269245"/>
            <a:ext cx="3839164" cy="2019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AutoShape 4" descr="Openclaw Icon &amp; Logo | Dashboard Icons &amp; Logos">
            <a:extLst>
              <a:ext uri="{FF2B5EF4-FFF2-40B4-BE49-F238E27FC236}">
                <a16:creationId xmlns:a16="http://schemas.microsoft.com/office/drawing/2014/main" id="{6CDF8B57-654C-995A-5070-C99EA3B178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C6A9F584-C2D2-6A2E-267E-ACBB965AC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96739" y="2996817"/>
            <a:ext cx="2228995" cy="2228995"/>
          </a:xfrm>
          <a:prstGeom prst="rect">
            <a:avLst/>
          </a:prstGeom>
        </p:spPr>
      </p:pic>
      <p:sp>
        <p:nvSpPr>
          <p:cNvPr id="21" name="액자 20">
            <a:extLst>
              <a:ext uri="{FF2B5EF4-FFF2-40B4-BE49-F238E27FC236}">
                <a16:creationId xmlns:a16="http://schemas.microsoft.com/office/drawing/2014/main" id="{150729D5-A3EB-CC7A-099A-76859D13E231}"/>
              </a:ext>
            </a:extLst>
          </p:cNvPr>
          <p:cNvSpPr/>
          <p:nvPr/>
        </p:nvSpPr>
        <p:spPr>
          <a:xfrm>
            <a:off x="4174066" y="643222"/>
            <a:ext cx="2172894" cy="1676400"/>
          </a:xfrm>
          <a:prstGeom prst="frame">
            <a:avLst>
              <a:gd name="adj1" fmla="val 64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2" name="액자 21">
            <a:extLst>
              <a:ext uri="{FF2B5EF4-FFF2-40B4-BE49-F238E27FC236}">
                <a16:creationId xmlns:a16="http://schemas.microsoft.com/office/drawing/2014/main" id="{3E687DD8-C925-22D9-097F-00AF0A1B7798}"/>
              </a:ext>
            </a:extLst>
          </p:cNvPr>
          <p:cNvSpPr/>
          <p:nvPr/>
        </p:nvSpPr>
        <p:spPr>
          <a:xfrm>
            <a:off x="9125206" y="643222"/>
            <a:ext cx="2172894" cy="1676400"/>
          </a:xfrm>
          <a:prstGeom prst="frame">
            <a:avLst>
              <a:gd name="adj1" fmla="val 6439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B207A3-EDA7-D081-15EB-D08871B0AC3D}"/>
              </a:ext>
            </a:extLst>
          </p:cNvPr>
          <p:cNvSpPr txBox="1"/>
          <p:nvPr/>
        </p:nvSpPr>
        <p:spPr>
          <a:xfrm>
            <a:off x="659767" y="3626779"/>
            <a:ext cx="6096000" cy="16623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Manus: Integrating previously separate spaces.</a:t>
            </a:r>
            <a:br>
              <a:rPr lang="en-US" altLang="ko-KR" sz="2000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</a:br>
            <a:r>
              <a:rPr lang="en-US" altLang="ko-KR" sz="1500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Before Manus, commercial agents were usually divided into deep research, coding, and computer-use systems. Manus </a:t>
            </a:r>
            <a:r>
              <a:rPr lang="en-US" altLang="ko-KR" sz="1500" b="1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Freesentation 7 Bold" pitchFamily="2" charset="-127"/>
                <a:ea typeface="Freesentation 7 Bold" pitchFamily="2" charset="-127"/>
              </a:rPr>
              <a:t>combined their observation and action spaces into one system</a:t>
            </a:r>
            <a:r>
              <a:rPr lang="en-US" altLang="ko-KR" sz="1500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, enabling a single agent to work across product boundaries.</a:t>
            </a:r>
            <a:endParaRPr lang="ko-KR" altLang="en-US" sz="1500" b="1" spc="-50">
              <a:ln>
                <a:solidFill>
                  <a:schemeClr val="tx1">
                    <a:alpha val="0"/>
                  </a:schemeClr>
                </a:solidFill>
              </a:ln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3373C4-B5F9-13C9-D65B-7EFFAFE750D5}"/>
              </a:ext>
            </a:extLst>
          </p:cNvPr>
          <p:cNvSpPr txBox="1"/>
          <p:nvPr/>
        </p:nvSpPr>
        <p:spPr>
          <a:xfrm>
            <a:off x="5747761" y="5289157"/>
            <a:ext cx="6444239" cy="1362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base" latinLnBrk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2000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OpenClaw: Extending the interface into users’ digital lives.</a:t>
            </a:r>
            <a:br>
              <a:rPr lang="en-US" altLang="ko-KR" sz="2000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</a:br>
            <a:r>
              <a:rPr lang="en-US" altLang="ko-KR" sz="1500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OpenClaw lets users interact with agents through everyday messaging apps and access both cloud and local files. </a:t>
            </a:r>
            <a:r>
              <a:rPr lang="en-US" altLang="ko-KR" sz="1500" b="1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Freesentation 7 Bold" pitchFamily="2" charset="-127"/>
                <a:ea typeface="Freesentation 7 Bold" pitchFamily="2" charset="-127"/>
              </a:rPr>
              <a:t>This expands the agent’s observation space and makes a wider range of personal data available for tasks.</a:t>
            </a:r>
            <a:endParaRPr lang="ko-KR" altLang="en-US" sz="1500" b="1" spc="-5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FF0000"/>
              </a:solidFill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4F79C38E-AD11-2D18-E23E-7072F440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3048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0A96363-64F2-02DB-FA91-DD500C347293}"/>
              </a:ext>
            </a:extLst>
          </p:cNvPr>
          <p:cNvSpPr/>
          <p:nvPr/>
        </p:nvSpPr>
        <p:spPr>
          <a:xfrm>
            <a:off x="1857538" y="760045"/>
            <a:ext cx="5350657" cy="6097949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BC822F8D-D8DF-D8B2-C9C7-07D17FD862E5}"/>
              </a:ext>
            </a:extLst>
          </p:cNvPr>
          <p:cNvSpPr/>
          <p:nvPr/>
        </p:nvSpPr>
        <p:spPr>
          <a:xfrm>
            <a:off x="1983846" y="2951375"/>
            <a:ext cx="5127057" cy="3752620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DA1400-84B8-5192-0C0C-3CFE25EE9E2F}"/>
              </a:ext>
            </a:extLst>
          </p:cNvPr>
          <p:cNvSpPr txBox="1"/>
          <p:nvPr/>
        </p:nvSpPr>
        <p:spPr>
          <a:xfrm>
            <a:off x="243591" y="227434"/>
            <a:ext cx="3608488" cy="369332"/>
          </a:xfrm>
          <a:prstGeom prst="rect">
            <a:avLst/>
          </a:prstGeom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3-1. Agentic AI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란 무엇인가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(3)</a:t>
            </a:r>
            <a:endParaRPr lang="en-US" altLang="ko-KR" sz="16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D67DEB7-949C-0A92-56DC-B3366B36D7E0}"/>
              </a:ext>
            </a:extLst>
          </p:cNvPr>
          <p:cNvSpPr/>
          <p:nvPr/>
        </p:nvSpPr>
        <p:spPr>
          <a:xfrm>
            <a:off x="1983847" y="1894059"/>
            <a:ext cx="5127057" cy="839844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C13689B-7A44-DFB9-0566-092C8E1CE926}"/>
              </a:ext>
            </a:extLst>
          </p:cNvPr>
          <p:cNvSpPr/>
          <p:nvPr/>
        </p:nvSpPr>
        <p:spPr>
          <a:xfrm>
            <a:off x="1985451" y="966375"/>
            <a:ext cx="5127057" cy="839844"/>
          </a:xfrm>
          <a:prstGeom prst="roundRect">
            <a:avLst>
              <a:gd name="adj" fmla="val 3227"/>
            </a:avLst>
          </a:prstGeom>
          <a:solidFill>
            <a:schemeClr val="bg1"/>
          </a:solidFill>
          <a:ln w="19050">
            <a:solidFill>
              <a:schemeClr val="bg1">
                <a:lumMod val="9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>
              <a:spcAft>
                <a:spcPts val="800"/>
              </a:spcAft>
            </a:pPr>
            <a:endParaRPr lang="ko-KR" altLang="ko-KR" sz="1000" kern="100">
              <a:solidFill>
                <a:schemeClr val="tx1"/>
              </a:solidFill>
              <a:effectLst/>
              <a:latin typeface="프리젠테이션 3 Light" pitchFamily="2" charset="-127"/>
              <a:ea typeface="프리젠테이션 3 Light" pitchFamily="2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964FF7-1512-FDCC-DEEE-4E7C1305BFF9}"/>
              </a:ext>
            </a:extLst>
          </p:cNvPr>
          <p:cNvSpPr txBox="1"/>
          <p:nvPr/>
        </p:nvSpPr>
        <p:spPr>
          <a:xfrm>
            <a:off x="3947399" y="1232442"/>
            <a:ext cx="14966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Freesentation 7 Bold" pitchFamily="2" charset="-127"/>
                <a:ea typeface="Freesentation 7 Bold" pitchFamily="2" charset="-127"/>
              </a:rPr>
              <a:t>System Prompt</a:t>
            </a:r>
            <a:endParaRPr lang="ko-KR" altLang="en-US" sz="1500" b="1" spc="-50">
              <a:ln>
                <a:solidFill>
                  <a:schemeClr val="tx1">
                    <a:alpha val="0"/>
                  </a:schemeClr>
                </a:solidFill>
              </a:ln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9DCA33-F7D1-9E44-D776-60FE6C4BE400}"/>
              </a:ext>
            </a:extLst>
          </p:cNvPr>
          <p:cNvSpPr txBox="1"/>
          <p:nvPr/>
        </p:nvSpPr>
        <p:spPr>
          <a:xfrm>
            <a:off x="3947398" y="2152398"/>
            <a:ext cx="1496661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spc="-5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Freesentation 7 Bold" pitchFamily="2" charset="-127"/>
                <a:ea typeface="Freesentation 7 Bold" pitchFamily="2" charset="-127"/>
              </a:rPr>
              <a:t>Tool Definitions</a:t>
            </a:r>
            <a:endParaRPr lang="ko-KR" altLang="en-US" sz="1500" b="1" spc="-50">
              <a:ln>
                <a:solidFill>
                  <a:schemeClr val="tx1">
                    <a:alpha val="0"/>
                  </a:schemeClr>
                </a:solidFill>
              </a:ln>
              <a:latin typeface="Freesentation 7 Bold" pitchFamily="2" charset="-127"/>
              <a:ea typeface="Freesentation 7 Bold" pitchFamily="2" charset="-127"/>
            </a:endParaRPr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6E27F163-8F2A-C415-8491-45C34A6D0324}"/>
              </a:ext>
            </a:extLst>
          </p:cNvPr>
          <p:cNvCxnSpPr/>
          <p:nvPr/>
        </p:nvCxnSpPr>
        <p:spPr>
          <a:xfrm>
            <a:off x="7344823" y="1381832"/>
            <a:ext cx="4438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9DAF3FAD-B7EE-7A71-F550-0FCA921263ED}"/>
              </a:ext>
            </a:extLst>
          </p:cNvPr>
          <p:cNvCxnSpPr/>
          <p:nvPr/>
        </p:nvCxnSpPr>
        <p:spPr>
          <a:xfrm>
            <a:off x="7344823" y="2377610"/>
            <a:ext cx="4438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982D4CF1-0464-5FB0-965A-046D69E6A403}"/>
              </a:ext>
            </a:extLst>
          </p:cNvPr>
          <p:cNvCxnSpPr>
            <a:cxnSpLocks/>
          </p:cNvCxnSpPr>
          <p:nvPr/>
        </p:nvCxnSpPr>
        <p:spPr>
          <a:xfrm>
            <a:off x="7788707" y="1381832"/>
            <a:ext cx="0" cy="99577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9DEA4E7-5F24-1A15-E92F-85E10EF7021B}"/>
              </a:ext>
            </a:extLst>
          </p:cNvPr>
          <p:cNvSpPr txBox="1"/>
          <p:nvPr/>
        </p:nvSpPr>
        <p:spPr>
          <a:xfrm>
            <a:off x="7954476" y="1529220"/>
            <a:ext cx="358621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500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Fixed Part: </a:t>
            </a:r>
          </a:p>
          <a:p>
            <a:pPr algn="ctr"/>
            <a:r>
              <a:rPr lang="en-US" altLang="ko-KR" sz="1500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Can’t be Modified After Designing the Agent</a:t>
            </a:r>
            <a:endParaRPr lang="ko-KR" altLang="en-US" sz="1500" b="1" spc="-50">
              <a:ln>
                <a:solidFill>
                  <a:schemeClr val="tx1">
                    <a:alpha val="0"/>
                  </a:schemeClr>
                </a:solidFill>
              </a:ln>
              <a:latin typeface="Freesentation 7 Bold" pitchFamily="2" charset="-127"/>
              <a:ea typeface="Freesentation 7 Bold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1737361-4230-B267-C627-BA4E9ECB1A81}"/>
              </a:ext>
            </a:extLst>
          </p:cNvPr>
          <p:cNvSpPr txBox="1"/>
          <p:nvPr/>
        </p:nvSpPr>
        <p:spPr>
          <a:xfrm>
            <a:off x="9017137" y="4590950"/>
            <a:ext cx="1460892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b="1" spc="-50">
                <a:ln>
                  <a:solidFill>
                    <a:schemeClr val="tx1">
                      <a:alpha val="0"/>
                    </a:schemeClr>
                  </a:solidFill>
                </a:ln>
                <a:latin typeface="Freesentation 7 Bold" pitchFamily="2" charset="-127"/>
                <a:ea typeface="Freesentation 7 Bold" pitchFamily="2" charset="-127"/>
              </a:rPr>
              <a:t>Cumulative Part</a:t>
            </a:r>
            <a:endParaRPr lang="ko-KR" altLang="en-US" sz="1500" b="1" spc="-50">
              <a:ln>
                <a:solidFill>
                  <a:schemeClr val="tx1">
                    <a:alpha val="0"/>
                  </a:schemeClr>
                </a:solidFill>
              </a:ln>
              <a:latin typeface="Freesentation 7 Bold" pitchFamily="2" charset="-127"/>
              <a:ea typeface="Freesentation 7 Bold" pitchFamily="2" charset="-127"/>
            </a:endParaRPr>
          </a:p>
        </p:txBody>
      </p:sp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40D0C308-E60D-AB08-806B-28696CFA54A4}"/>
              </a:ext>
            </a:extLst>
          </p:cNvPr>
          <p:cNvCxnSpPr/>
          <p:nvPr/>
        </p:nvCxnSpPr>
        <p:spPr>
          <a:xfrm>
            <a:off x="7373964" y="3819995"/>
            <a:ext cx="4438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8F9669E-2513-9F8C-3CBB-175CBB56C1BE}"/>
              </a:ext>
            </a:extLst>
          </p:cNvPr>
          <p:cNvCxnSpPr/>
          <p:nvPr/>
        </p:nvCxnSpPr>
        <p:spPr>
          <a:xfrm>
            <a:off x="7373964" y="5685071"/>
            <a:ext cx="443884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0BC1184A-28F5-07D2-01C2-229B650CA5C0}"/>
              </a:ext>
            </a:extLst>
          </p:cNvPr>
          <p:cNvCxnSpPr>
            <a:cxnSpLocks/>
          </p:cNvCxnSpPr>
          <p:nvPr/>
        </p:nvCxnSpPr>
        <p:spPr>
          <a:xfrm>
            <a:off x="7817848" y="3819995"/>
            <a:ext cx="0" cy="1865076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6" name="그림 35">
            <a:extLst>
              <a:ext uri="{FF2B5EF4-FFF2-40B4-BE49-F238E27FC236}">
                <a16:creationId xmlns:a16="http://schemas.microsoft.com/office/drawing/2014/main" id="{E828453C-9340-91DA-B7F6-2CA9CB1237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016" y="3114654"/>
            <a:ext cx="4984476" cy="3525186"/>
          </a:xfrm>
          <a:prstGeom prst="rect">
            <a:avLst/>
          </a:prstGeom>
        </p:spPr>
      </p:pic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D1E1CEE-997B-BE6A-1062-7E1D2B111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66402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1720B7B-5D5C-5126-818F-C03509404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33" y="1721085"/>
            <a:ext cx="5571949" cy="42740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015512-3649-6C05-4473-493216D2852A}"/>
              </a:ext>
            </a:extLst>
          </p:cNvPr>
          <p:cNvSpPr txBox="1"/>
          <p:nvPr/>
        </p:nvSpPr>
        <p:spPr>
          <a:xfrm>
            <a:off x="7389340" y="6084744"/>
            <a:ext cx="3364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https://code.claude.com/docs/en/context-window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A1667C-7354-A1E8-F142-66273CBC4E6A}"/>
              </a:ext>
            </a:extLst>
          </p:cNvPr>
          <p:cNvSpPr txBox="1"/>
          <p:nvPr/>
        </p:nvSpPr>
        <p:spPr>
          <a:xfrm>
            <a:off x="2915990" y="6084743"/>
            <a:ext cx="95327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41pg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566BFEB-5C82-0132-F830-A270B7D2B4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1031" y="1865037"/>
            <a:ext cx="4581236" cy="390144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9B93D7-D766-9BCD-1F96-1C44FE81B2A6}"/>
              </a:ext>
            </a:extLst>
          </p:cNvPr>
          <p:cNvSpPr txBox="1"/>
          <p:nvPr/>
        </p:nvSpPr>
        <p:spPr>
          <a:xfrm>
            <a:off x="262467" y="590161"/>
            <a:ext cx="11582400" cy="95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컨텍스트는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AI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와 상호작용할 때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AI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가 실제로“보는”모든 정보임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대화기록 뿐 아니라 개발자가 미리 작성한 행동규칙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시스템지시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), AI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가 사용할 수있는외부기능의설명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도구설명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),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그 밖의 정보도 포함</a:t>
            </a:r>
            <a:endParaRPr lang="en-US" altLang="ko-KR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컨텍스트 창의 기본적인 구성 개요는 왼쪽 하단과 같음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교재 그림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). Claude Code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에서 타이핑 전에 기본적으로 구성되는 컨텍스트 창은 우측하단과 같음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들어가서 시뮬레이션 돌려보시기를 권장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!)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1E4CDF3-5555-0C21-F18C-5FDE9E0724A4}"/>
              </a:ext>
            </a:extLst>
          </p:cNvPr>
          <p:cNvSpPr txBox="1"/>
          <p:nvPr/>
        </p:nvSpPr>
        <p:spPr>
          <a:xfrm>
            <a:off x="243591" y="227434"/>
            <a:ext cx="603690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3-2. Context Engineering(1): Context Window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99148A9-ECA4-292D-551E-A055C4E5C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0359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33DF57F2-1593-42AD-AF6C-67CC599C1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1312" y="1444708"/>
            <a:ext cx="3860144" cy="36920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CA1667C-7354-A1E8-F142-66273CBC4E6A}"/>
              </a:ext>
            </a:extLst>
          </p:cNvPr>
          <p:cNvSpPr txBox="1"/>
          <p:nvPr/>
        </p:nvSpPr>
        <p:spPr>
          <a:xfrm>
            <a:off x="2678850" y="4597643"/>
            <a:ext cx="92581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52pg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B93D7-D766-9BCD-1F96-1C44FE81B2A6}"/>
              </a:ext>
            </a:extLst>
          </p:cNvPr>
          <p:cNvSpPr txBox="1"/>
          <p:nvPr/>
        </p:nvSpPr>
        <p:spPr>
          <a:xfrm>
            <a:off x="262467" y="596766"/>
            <a:ext cx="11582400" cy="656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컨텍스트는 창에서도 위쪽 부분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시스템 프롬프트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+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도구정의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은대화내내바뀌지않고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아래 쪽 부분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대화기록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은 상호 작용할 때 마다 늘어남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이“정적 접두부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+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궤적”구조는 뒤에서 다룰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KVCache 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최적화와  컨텍스트 압축 같은 기법의 토대임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접두부는 안정적으로 유지하고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뒤쪽 궤적은 상충관계를 고려해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압축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하거나 교체할 수 있음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4E60C8B-2F62-3748-CAC7-54C74EF97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999" y="1615947"/>
            <a:ext cx="6041401" cy="289931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EEC5564A-C19D-9637-DA5E-7A078E62B3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729" y="1453175"/>
            <a:ext cx="1540312" cy="3683574"/>
          </a:xfrm>
          <a:prstGeom prst="rect">
            <a:avLst/>
          </a:prstGeom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D410D1E8-37E0-3553-C7B6-CD1890404D76}"/>
              </a:ext>
            </a:extLst>
          </p:cNvPr>
          <p:cNvCxnSpPr>
            <a:cxnSpLocks/>
          </p:cNvCxnSpPr>
          <p:nvPr/>
        </p:nvCxnSpPr>
        <p:spPr>
          <a:xfrm flipV="1">
            <a:off x="7154333" y="1253292"/>
            <a:ext cx="2425096" cy="196404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57463283-35B4-374E-9F09-06283A20E2D6}"/>
              </a:ext>
            </a:extLst>
          </p:cNvPr>
          <p:cNvSpPr txBox="1"/>
          <p:nvPr/>
        </p:nvSpPr>
        <p:spPr>
          <a:xfrm>
            <a:off x="6427508" y="5298641"/>
            <a:ext cx="4088092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 Claude Code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에서의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Compact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기능은 뒤쪽 궤적을 요약함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우명균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 Claude Code Docs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에서의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Compaction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설명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endParaRPr lang="ko-KR" altLang="en-US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39461B-991B-E715-E1B1-3AF75622BD60}"/>
              </a:ext>
            </a:extLst>
          </p:cNvPr>
          <p:cNvSpPr txBox="1"/>
          <p:nvPr/>
        </p:nvSpPr>
        <p:spPr>
          <a:xfrm>
            <a:off x="243591" y="227434"/>
            <a:ext cx="6036909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3-2. Context Engineering(1): Context Window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0C6011F-F114-3083-F5D6-FA70D0CE7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3200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69B93D7-D766-9BCD-1F96-1C44FE81B2A6}"/>
              </a:ext>
            </a:extLst>
          </p:cNvPr>
          <p:cNvSpPr txBox="1"/>
          <p:nvPr/>
        </p:nvSpPr>
        <p:spPr>
          <a:xfrm>
            <a:off x="262467" y="610282"/>
            <a:ext cx="11582400" cy="6565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아래 그림의 ‘두 번의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API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호출’ 흐름을 보면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사용자의 질문을 받은 모델이 도구 호출을 요청하고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프레임워크가 도구를 실행한 뒤 그 결과를 대화 기록에 추가해 모델을 다시 호출함</a:t>
            </a:r>
            <a:endParaRPr lang="en-US" altLang="ko-KR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이 흐름이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1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주차 코드과제에서 만든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chatbot ⇄ tools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루프의 구조임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!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간단하게 언급만 하고 넘어가겠음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!!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1EB56AE-1706-7333-0DCF-9E3B8AAFA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285" y="1966659"/>
            <a:ext cx="7051601" cy="353425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E5FAC70-2832-97B7-AD93-712AE4F66DF1}"/>
              </a:ext>
            </a:extLst>
          </p:cNvPr>
          <p:cNvSpPr txBox="1"/>
          <p:nvPr/>
        </p:nvSpPr>
        <p:spPr>
          <a:xfrm>
            <a:off x="5563858" y="5601076"/>
            <a:ext cx="979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45pg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1CE80C-BE6A-D9EA-2245-EDD7F7B53A79}"/>
              </a:ext>
            </a:extLst>
          </p:cNvPr>
          <p:cNvSpPr txBox="1"/>
          <p:nvPr/>
        </p:nvSpPr>
        <p:spPr>
          <a:xfrm>
            <a:off x="243591" y="227434"/>
            <a:ext cx="544110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3-2. Context Engineering(1): 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뒷 쪽 궤적 흐름</a:t>
            </a:r>
            <a:endParaRPr lang="en-US" altLang="ko-KR" sz="24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BF831C4-6EF1-1231-C343-97171EEBE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0196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CA1667C-7354-A1E8-F142-66273CBC4E6A}"/>
              </a:ext>
            </a:extLst>
          </p:cNvPr>
          <p:cNvSpPr txBox="1"/>
          <p:nvPr/>
        </p:nvSpPr>
        <p:spPr>
          <a:xfrm>
            <a:off x="2665252" y="5517329"/>
            <a:ext cx="979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43pg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2E1F299-0506-D028-D231-7C29CB84048F}"/>
              </a:ext>
            </a:extLst>
          </p:cNvPr>
          <p:cNvSpPr txBox="1"/>
          <p:nvPr/>
        </p:nvSpPr>
        <p:spPr>
          <a:xfrm>
            <a:off x="552867" y="140788"/>
            <a:ext cx="993007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3-2. Context Engineering(2): 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Messages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와 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Chat Completions API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B93D7-D766-9BCD-1F96-1C44FE81B2A6}"/>
              </a:ext>
            </a:extLst>
          </p:cNvPr>
          <p:cNvSpPr txBox="1"/>
          <p:nvPr/>
        </p:nvSpPr>
        <p:spPr>
          <a:xfrm>
            <a:off x="262467" y="496257"/>
            <a:ext cx="11582400" cy="976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좌측 하단의 교재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43pg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의 내용은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2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주차 코드과제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에서 제시됨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LangChain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과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LangGraph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의 메시지 클래스는 이런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API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의 메시지 구조를 파이썬 객체로 다루도록 해줌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Chat Completions API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는 좌측 하단의 구조화된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API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메시지를 오른쪽의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Chat Template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으로 바꿔줌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우리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(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에이전트 개발자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는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Chat Template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을 직접 작성하거나 수정할 필요가 없음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!! API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서버가 자동으로 처리함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다만 기억해야할 것은 표준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API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형식을 사용해야 한다는 각오 ㅎㅎ</a:t>
            </a:r>
            <a:endParaRPr lang="en-US" altLang="ko-KR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8B0FB8-5825-D9F0-5F00-2A4A75D7B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799" y="1737616"/>
            <a:ext cx="5797211" cy="338276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FEE258E-6A4C-14E8-62A3-96FB5F013C15}"/>
              </a:ext>
            </a:extLst>
          </p:cNvPr>
          <p:cNvSpPr txBox="1"/>
          <p:nvPr/>
        </p:nvSpPr>
        <p:spPr>
          <a:xfrm>
            <a:off x="8547132" y="5536928"/>
            <a:ext cx="9796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59pg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9BE5FBF-B80E-E3E4-96EC-6CB27BA5B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105" y="1508252"/>
            <a:ext cx="4635438" cy="3918049"/>
          </a:xfrm>
          <a:prstGeom prst="rect">
            <a:avLst/>
          </a:prstGeom>
        </p:spPr>
      </p:pic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E95D7F0B-9B3B-F183-A404-F04CBD0EBF80}"/>
              </a:ext>
            </a:extLst>
          </p:cNvPr>
          <p:cNvSpPr/>
          <p:nvPr/>
        </p:nvSpPr>
        <p:spPr>
          <a:xfrm>
            <a:off x="6001657" y="3236686"/>
            <a:ext cx="582448" cy="333828"/>
          </a:xfrm>
          <a:prstGeom prst="rightArrow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E69922E2-5456-036F-4458-7B7DE80AD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344653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569B93D7-D766-9BCD-1F96-1C44FE81B2A6}"/>
              </a:ext>
            </a:extLst>
          </p:cNvPr>
          <p:cNvSpPr txBox="1"/>
          <p:nvPr/>
        </p:nvSpPr>
        <p:spPr>
          <a:xfrm>
            <a:off x="262467" y="610282"/>
            <a:ext cx="11582400" cy="956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모델은 토큰을 하나 생성할 때마다 앞선 토큰들의 중간 계산 결과를 참조함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매번 이를 처음부터 계산하면 컨텍스트가 길어질수록 계산 비용이 커짐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KV Cache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는 중간 </a:t>
            </a:r>
            <a:r>
              <a:rPr lang="en-US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Key·Value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상태를 저장해 이후 계산에서 재사용함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재사용할 컨텍스트의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토큰 접두부는 변하지 않아야 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토큰 시퀀스가 달라지면 처음 달라진 토큰부터 이후의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KV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상태를 다시 계산함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그보다 앞선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KV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상태는 변경의 영향을 받지 않음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FAC70-2832-97B7-AD93-712AE4F66DF1}"/>
              </a:ext>
            </a:extLst>
          </p:cNvPr>
          <p:cNvSpPr txBox="1"/>
          <p:nvPr/>
        </p:nvSpPr>
        <p:spPr>
          <a:xfrm>
            <a:off x="5472326" y="6513811"/>
            <a:ext cx="78558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54pg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82820A2-368C-C8C1-BD28-69FB1C83B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313" y="1667053"/>
            <a:ext cx="5529615" cy="184755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459FB0AE-8C78-7073-1F6D-EEB62EB25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4619" y="3514610"/>
            <a:ext cx="5601001" cy="3018933"/>
          </a:xfrm>
          <a:prstGeom prst="rect">
            <a:avLst/>
          </a:prstGeom>
        </p:spPr>
      </p:pic>
      <p:sp>
        <p:nvSpPr>
          <p:cNvPr id="8" name="액자 7">
            <a:extLst>
              <a:ext uri="{FF2B5EF4-FFF2-40B4-BE49-F238E27FC236}">
                <a16:creationId xmlns:a16="http://schemas.microsoft.com/office/drawing/2014/main" id="{5EF4F64F-DB9A-20A4-D365-18C8E1476ECC}"/>
              </a:ext>
            </a:extLst>
          </p:cNvPr>
          <p:cNvSpPr/>
          <p:nvPr/>
        </p:nvSpPr>
        <p:spPr>
          <a:xfrm>
            <a:off x="2952750" y="3514610"/>
            <a:ext cx="5842000" cy="2657590"/>
          </a:xfrm>
          <a:prstGeom prst="frame">
            <a:avLst>
              <a:gd name="adj1" fmla="val 651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E3BB97-A286-9989-020B-FAFB2C37B887}"/>
              </a:ext>
            </a:extLst>
          </p:cNvPr>
          <p:cNvSpPr txBox="1"/>
          <p:nvPr/>
        </p:nvSpPr>
        <p:spPr>
          <a:xfrm>
            <a:off x="552867" y="140788"/>
            <a:ext cx="993007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3-2. Context Engineering(3): 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KV Cache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가 무엇이냐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! (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이것만은 기억하자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08D4301-3BAE-8694-F72F-38067919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574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A1750-DEAF-C241-CCFE-C0EFC7FE4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2C4F49-D8D0-EB7D-8AC8-5858A61E48EF}"/>
              </a:ext>
            </a:extLst>
          </p:cNvPr>
          <p:cNvSpPr txBox="1"/>
          <p:nvPr/>
        </p:nvSpPr>
        <p:spPr>
          <a:xfrm>
            <a:off x="552867" y="1592059"/>
            <a:ext cx="11582400" cy="2156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  <a:sym typeface="Wingdings" pitchFamily="2" charset="2"/>
            </a:endParaRPr>
          </a:p>
          <a:p>
            <a:pPr>
              <a:lnSpc>
                <a:spcPct val="150000"/>
              </a:lnSpc>
            </a:pP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[</a:t>
            </a:r>
            <a:r>
              <a:rPr lang="ko-KR" altLang="en-US" sz="1300" spc="-3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피해야할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 것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!!]</a:t>
            </a:r>
          </a:p>
          <a:p>
            <a:pPr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라운드 시스템 프롬프트를 다시 만드는 것(현재 시각이나 모드 스위치를 써넣는 등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), 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첫 사용자 메시지 안의 환경 정보를 매 라운드 다시 렌더링하는 것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 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도중에 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tools를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추가하거나 제거하는 것, 오래된 도구 결과를 제자리에서 잘라내는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것,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오래된 메시지에 알림을 끼워 넣었다가 다시 지우는 것</a:t>
            </a:r>
          </a:p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8E178F-255D-A302-8343-A46E19AD831D}"/>
              </a:ext>
            </a:extLst>
          </p:cNvPr>
          <p:cNvSpPr txBox="1"/>
          <p:nvPr/>
        </p:nvSpPr>
        <p:spPr>
          <a:xfrm>
            <a:off x="552867" y="3617191"/>
            <a:ext cx="610362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[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꺼드럭댈 것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!!]</a:t>
            </a:r>
          </a:p>
          <a:p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https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://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platform.claude.com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docs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en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build-with-claude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en-US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preserved-thinking</a:t>
            </a:r>
            <a:endParaRPr lang="ko-KR" altLang="en-US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B74724-C46D-9EC1-57D8-D7E31930605C}"/>
              </a:ext>
            </a:extLst>
          </p:cNvPr>
          <p:cNvSpPr txBox="1"/>
          <p:nvPr/>
        </p:nvSpPr>
        <p:spPr>
          <a:xfrm>
            <a:off x="268483" y="521226"/>
            <a:ext cx="11576384" cy="956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Production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수준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제품들의 시스템 프롬프트는 이 캐시 경계에 맞춰짐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변동될 수 있는 부분들은 최대한 뒤에 들어가게 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상위 에이전트와 하위 에이전트를 구성할 때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,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하위 에이전트가 상위 에이전트의 컨텍스트를 상속한다면 하위 에이전트의 프롬프트, 도구 정의, 모델 설정, 메시지 접두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부, 사고 설정은 상위 에이전트와 바이트 단위로 일치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해야함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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api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 공급자의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Prompt Cache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를 사용할 수 있다는 장점이 생김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.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 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  <a:sym typeface="Wingdings" pitchFamily="2" charset="2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540E2D5-8E8F-B98D-9ABC-E371ACB41FBC}"/>
              </a:ext>
            </a:extLst>
          </p:cNvPr>
          <p:cNvSpPr txBox="1"/>
          <p:nvPr/>
        </p:nvSpPr>
        <p:spPr>
          <a:xfrm>
            <a:off x="552867" y="140788"/>
            <a:ext cx="993007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3-2. Context Engineering(4): 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Messages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와 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Chat Completions API </a:t>
            </a: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79B8CF1-7BA2-0BCF-BE68-29CC7EF91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53329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8CC36-D16C-13DB-6BD0-CF690F9C7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069D917D-9EF2-14E5-19E5-FF32F413B51D}"/>
              </a:ext>
            </a:extLst>
          </p:cNvPr>
          <p:cNvSpPr txBox="1"/>
          <p:nvPr/>
        </p:nvSpPr>
        <p:spPr>
          <a:xfrm>
            <a:off x="552867" y="140788"/>
            <a:ext cx="542924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3-2. Context Engineering(5): </a:t>
            </a:r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Context 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설계</a:t>
            </a:r>
            <a:endParaRPr lang="en-US" altLang="ko-KR" sz="24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75EA8C2-AE41-A052-1BC0-5272D524F362}"/>
              </a:ext>
            </a:extLst>
          </p:cNvPr>
          <p:cNvSpPr txBox="1"/>
          <p:nvPr/>
        </p:nvSpPr>
        <p:spPr>
          <a:xfrm>
            <a:off x="262467" y="500716"/>
            <a:ext cx="11582400" cy="353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여기서 말하는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컨텍스트는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‘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시스템 프롬프트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FF0000"/>
                </a:solidFill>
                <a:latin typeface="프리젠테이션 6 SemiBold" pitchFamily="2" charset="-127"/>
                <a:ea typeface="프리젠테이션 6 SemiBold" pitchFamily="2" charset="-127"/>
              </a:rPr>
              <a:t>’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6B127B-F154-6187-340E-DC7E5CBCC5BD}"/>
              </a:ext>
            </a:extLst>
          </p:cNvPr>
          <p:cNvSpPr txBox="1"/>
          <p:nvPr/>
        </p:nvSpPr>
        <p:spPr>
          <a:xfrm>
            <a:off x="552867" y="1064195"/>
            <a:ext cx="2695931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프롬프트 </a:t>
            </a:r>
            <a:r>
              <a:rPr lang="ko-KR" altLang="en-US" sz="24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  <a:cs typeface="Pretendard Black" panose="02000A03000000020004" pitchFamily="50" charset="-127"/>
              </a:rPr>
              <a:t>엔지니어링 관련</a:t>
            </a:r>
            <a:endParaRPr lang="en-US" altLang="ko-KR" sz="24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C189C1-DB2F-CDC5-DC8B-F7B7F617C71B}"/>
              </a:ext>
            </a:extLst>
          </p:cNvPr>
          <p:cNvSpPr txBox="1"/>
          <p:nvPr/>
        </p:nvSpPr>
        <p:spPr>
          <a:xfrm>
            <a:off x="552867" y="1572026"/>
            <a:ext cx="6103620" cy="14927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어조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스타일 관련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NEVER 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do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X”처럼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대문자를 사용한 표현은 “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Please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avoid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doing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X”같은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부드러운 표현보다 지시를 더 두드러지게 하지만,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남용하면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효과가 약해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짐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형식 관련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학습 데이터에 구조화된 콘텐츠가 많기 때문입니다.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XML 태그는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계층 원칙을 따르며 태그 이름 자체가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의미를 전달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&lt;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working_directory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&gt;는 작업 디렉터리 정보임을 즉시 알려 주지만,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“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Current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directory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: /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Users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project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/</a:t>
            </a:r>
            <a:r>
              <a:rPr lang="ko-KR" altLang="ko-KR" sz="1300" spc="-30" dirty="0" err="1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src”같은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일반 텍스트 형식에서는 콜론 양쪽의 관계를 추론하는 추가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과정이 필요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</a:t>
            </a:r>
            <a:endParaRPr lang="ko-KR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marR="0" indent="-285750">
              <a:buFont typeface="Arial" panose="020B0604020202020204" pitchFamily="34" charset="0"/>
              <a:buChar char="•"/>
            </a:pP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가장 좋은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것은 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Markdown + 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XML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조합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D36FE0B-5F45-A220-F9FF-2AC2C33195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867" y="3203242"/>
            <a:ext cx="6370415" cy="34170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FBB7D62-1EED-86F6-F4E2-5CAEA816CC57}"/>
              </a:ext>
            </a:extLst>
          </p:cNvPr>
          <p:cNvSpPr txBox="1"/>
          <p:nvPr/>
        </p:nvSpPr>
        <p:spPr>
          <a:xfrm>
            <a:off x="6769278" y="992967"/>
            <a:ext cx="4869855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+. </a:t>
            </a:r>
            <a:r>
              <a:rPr lang="ko-KR" altLang="en-US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다 아는 내용</a:t>
            </a:r>
            <a:endParaRPr lang="en-US" altLang="ko-KR" sz="24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endParaRPr lang="en-US" altLang="ko-KR" sz="24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사람의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인지 부하를 줄이는 방법은 대규모 언어 모델에도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똑같이 효과적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임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모델이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학습 과정에서 인간의 언어와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사고 패턴을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배웠기 때문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퓨삿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.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 주면 당연히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좋고 </a:t>
            </a:r>
            <a:endParaRPr lang="en-US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48D8D7-8122-D2E4-9F9A-8BD946713EB3}"/>
              </a:ext>
            </a:extLst>
          </p:cNvPr>
          <p:cNvSpPr txBox="1"/>
          <p:nvPr/>
        </p:nvSpPr>
        <p:spPr>
          <a:xfrm>
            <a:off x="5806937" y="6578712"/>
            <a:ext cx="9623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57pg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151B78-6BCE-CFF7-1834-30B77D5C1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10278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12D7C-E853-945C-A91F-71CA59F41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E76ED2C-2106-9AD5-EC2E-F116E350D1B0}"/>
              </a:ext>
            </a:extLst>
          </p:cNvPr>
          <p:cNvSpPr txBox="1"/>
          <p:nvPr/>
        </p:nvSpPr>
        <p:spPr>
          <a:xfrm>
            <a:off x="552867" y="140788"/>
            <a:ext cx="459773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3-2. Context Engineering(6): Skills</a:t>
            </a:r>
            <a:endParaRPr lang="en-US" altLang="ko-KR" sz="24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382D9A4-6A03-3ED8-8D5D-1F8C6C828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294" y="1354339"/>
            <a:ext cx="6417742" cy="44597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4DA548B-FE37-0B2F-D7F9-63D7695287D4}"/>
              </a:ext>
            </a:extLst>
          </p:cNvPr>
          <p:cNvSpPr txBox="1"/>
          <p:nvPr/>
        </p:nvSpPr>
        <p:spPr>
          <a:xfrm>
            <a:off x="292100" y="726241"/>
            <a:ext cx="116078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에이전트가 더 많은 시나리오를 처리하게 되면 시스템 프롬프트는 계속 늘어나는 경향이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있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음 </a:t>
            </a:r>
            <a:endParaRPr lang="en-US" altLang="ko-KR" sz="13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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 </a:t>
            </a:r>
            <a:r>
              <a:rPr lang="ko-KR" altLang="en-US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토큰낭비와 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컨텍스트 부패</a:t>
            </a:r>
            <a:r>
              <a:rPr lang="en-US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  <a:sym typeface="Wingdings" pitchFamily="2" charset="2"/>
              </a:rPr>
              <a:t>(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컨텍스트에 무관한 </a:t>
            </a:r>
            <a:r>
              <a:rPr lang="ko-KR" altLang="ko-KR" sz="1300" spc="-30" dirty="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정보가 너무 많으면 핵심 콘텐츠에 대한 모델의 주의가 </a:t>
            </a:r>
            <a:r>
              <a:rPr lang="ko-KR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분산</a:t>
            </a:r>
            <a:r>
              <a:rPr lang="ko-KR" altLang="en-US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되는 현상</a:t>
            </a:r>
            <a:r>
              <a:rPr lang="en-US" altLang="ko-KR" sz="13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프리젠테이션 6 SemiBold" pitchFamily="2" charset="-127"/>
                <a:ea typeface="프리젠테이션 6 SemiBold" pitchFamily="2" charset="-127"/>
              </a:rPr>
              <a:t>)</a:t>
            </a:r>
            <a:endParaRPr lang="ko-KR" altLang="ko-KR" sz="1300" spc="-30" dirty="0">
              <a:ln>
                <a:solidFill>
                  <a:schemeClr val="tx1">
                    <a:alpha val="0"/>
                  </a:schemeClr>
                </a:solidFill>
              </a:ln>
              <a:solidFill>
                <a:schemeClr val="tx1">
                  <a:lumMod val="75000"/>
                  <a:lumOff val="25000"/>
                </a:schemeClr>
              </a:solidFill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76E246-74F5-9D5C-0858-3C8D4D0AF5FE}"/>
              </a:ext>
            </a:extLst>
          </p:cNvPr>
          <p:cNvSpPr txBox="1"/>
          <p:nvPr/>
        </p:nvSpPr>
        <p:spPr>
          <a:xfrm>
            <a:off x="5614829" y="6578712"/>
            <a:ext cx="9623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62pg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05BF20-D232-C467-9EC1-B0A60E13E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803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92C1F-CE1F-4AE4-4A70-3C1B4DE34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75C86799-F008-9022-38D7-BE8252ACBDAB}"/>
              </a:ext>
            </a:extLst>
          </p:cNvPr>
          <p:cNvSpPr txBox="1"/>
          <p:nvPr/>
        </p:nvSpPr>
        <p:spPr>
          <a:xfrm>
            <a:off x="552867" y="140788"/>
            <a:ext cx="4597734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3-2. Context Engineering(6): Skills</a:t>
            </a:r>
            <a:endParaRPr lang="en-US" altLang="ko-KR" sz="24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91D1333-EFB4-85DE-0E98-042D92C6A3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151"/>
          <a:stretch>
            <a:fillRect/>
          </a:stretch>
        </p:blipFill>
        <p:spPr>
          <a:xfrm>
            <a:off x="6096000" y="1404520"/>
            <a:ext cx="5943600" cy="404895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7F2C64C-D7B2-191E-742C-E5CD7040C2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100" y="1228046"/>
            <a:ext cx="5637567" cy="471061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A76DE886-07BF-C901-EA8B-3A106DFFA059}"/>
                  </a:ext>
                </a:extLst>
              </p14:cNvPr>
              <p14:cNvContentPartPr/>
              <p14:nvPr/>
            </p14:nvContentPartPr>
            <p14:xfrm>
              <a:off x="3438916" y="5171048"/>
              <a:ext cx="360" cy="3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A76DE886-07BF-C901-EA8B-3A106DFFA05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432796" y="5164928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C8347CA-1802-4EDF-4DB4-546733B348C8}"/>
              </a:ext>
            </a:extLst>
          </p:cNvPr>
          <p:cNvSpPr txBox="1"/>
          <p:nvPr/>
        </p:nvSpPr>
        <p:spPr>
          <a:xfrm>
            <a:off x="5614829" y="6578712"/>
            <a:ext cx="9623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65pg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9B545B-E389-1008-25FD-B902C6BB11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0954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10502-9182-FA45-2FBA-5B9E739C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3016886-36C5-135A-4495-7FE9031A9281}"/>
              </a:ext>
            </a:extLst>
          </p:cNvPr>
          <p:cNvSpPr txBox="1"/>
          <p:nvPr/>
        </p:nvSpPr>
        <p:spPr>
          <a:xfrm>
            <a:off x="552867" y="140788"/>
            <a:ext cx="5656677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24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8 ExtraBold" pitchFamily="2" charset="-127"/>
                <a:ea typeface="프리젠테이션 8 ExtraBold" pitchFamily="2" charset="-127"/>
              </a:rPr>
              <a:t>3-2. Context Engineering(7): Skills VS Tool</a:t>
            </a:r>
            <a:endParaRPr lang="en-US" altLang="ko-KR" sz="24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8 ExtraBold" pitchFamily="2" charset="-127"/>
              <a:ea typeface="프리젠테이션 8 ExtraBold" pitchFamily="2" charset="-127"/>
              <a:cs typeface="Pretendard Black" panose="02000A0300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99BA50E-A299-DB69-F36E-412ED45A5D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11782"/>
            <a:ext cx="7772400" cy="143443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B19D5B-5166-7CC2-1C82-71CBFD6F66E8}"/>
              </a:ext>
            </a:extLst>
          </p:cNvPr>
          <p:cNvSpPr txBox="1"/>
          <p:nvPr/>
        </p:nvSpPr>
        <p:spPr>
          <a:xfrm>
            <a:off x="5614829" y="6578712"/>
            <a:ext cx="9623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교재 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66pg </a:t>
            </a:r>
            <a:r>
              <a:rPr lang="ko-KR" altLang="en-US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中</a:t>
            </a:r>
            <a:r>
              <a:rPr lang="en-US" altLang="ko-KR" sz="1200" spc="-30">
                <a:ln>
                  <a:solidFill>
                    <a:schemeClr val="tx1">
                      <a:alpha val="0"/>
                    </a:schemeClr>
                  </a:solidFill>
                </a:ln>
                <a:solidFill>
                  <a:srgbClr val="1A2E57"/>
                </a:solidFill>
                <a:latin typeface="프리젠테이션 5 Medium" pitchFamily="2" charset="-127"/>
                <a:ea typeface="프리젠테이션 5 Medium" pitchFamily="2" charset="-127"/>
              </a:rPr>
              <a:t> </a:t>
            </a:r>
            <a:endParaRPr lang="ko-KR" altLang="en-US" sz="1200" spc="-30">
              <a:ln>
                <a:solidFill>
                  <a:schemeClr val="tx1">
                    <a:alpha val="0"/>
                  </a:schemeClr>
                </a:solidFill>
              </a:ln>
              <a:solidFill>
                <a:srgbClr val="1A2E57"/>
              </a:solidFill>
              <a:latin typeface="프리젠테이션 5 Medium" pitchFamily="2" charset="-127"/>
              <a:ea typeface="프리젠테이션 5 Medium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4EE19-6848-AE15-5A3B-D1D859E08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6C014B-6526-4B24-8738-19A834F8BC9C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400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미스터 피피티 01_BLUE">
      <a:dk1>
        <a:srgbClr val="000000"/>
      </a:dk1>
      <a:lt1>
        <a:srgbClr val="FFFFFF"/>
      </a:lt1>
      <a:dk2>
        <a:srgbClr val="FFFF00"/>
      </a:dk2>
      <a:lt2>
        <a:srgbClr val="FFFF00"/>
      </a:lt2>
      <a:accent1>
        <a:srgbClr val="FFFFFF"/>
      </a:accent1>
      <a:accent2>
        <a:srgbClr val="0C0C0C"/>
      </a:accent2>
      <a:accent3>
        <a:srgbClr val="0049F0"/>
      </a:accent3>
      <a:accent4>
        <a:srgbClr val="FFFF00"/>
      </a:accent4>
      <a:accent5>
        <a:srgbClr val="FFFF00"/>
      </a:accent5>
      <a:accent6>
        <a:srgbClr val="FFFF00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2651</Words>
  <Application>Microsoft Office PowerPoint</Application>
  <PresentationFormat>와이드스크린</PresentationFormat>
  <Paragraphs>251</Paragraphs>
  <Slides>30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40" baseType="lpstr">
      <vt:lpstr>Freesentation 7 Bold</vt:lpstr>
      <vt:lpstr>맑은 고딕</vt:lpstr>
      <vt:lpstr>프리젠테이션 3 Light</vt:lpstr>
      <vt:lpstr>프리젠테이션 4 Regular</vt:lpstr>
      <vt:lpstr>프리젠테이션 5 Medium</vt:lpstr>
      <vt:lpstr>프리젠테이션 6 SemiBold</vt:lpstr>
      <vt:lpstr>프리젠테이션 7 Bold</vt:lpstr>
      <vt:lpstr>프리젠테이션 8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수인 이</dc:creator>
  <cp:lastModifiedBy>수인 이</cp:lastModifiedBy>
  <cp:revision>8</cp:revision>
  <dcterms:created xsi:type="dcterms:W3CDTF">2026-08-10T17:06:34Z</dcterms:created>
  <dcterms:modified xsi:type="dcterms:W3CDTF">2026-10-16T04:53:08Z</dcterms:modified>
</cp:coreProperties>
</file>